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0" r:id="rId1"/>
  </p:sldMasterIdLst>
  <p:sldIdLst>
    <p:sldId id="256" r:id="rId2"/>
    <p:sldId id="258" r:id="rId3"/>
    <p:sldId id="259" r:id="rId4"/>
    <p:sldId id="260" r:id="rId5"/>
    <p:sldId id="261" r:id="rId6"/>
    <p:sldId id="266" r:id="rId7"/>
    <p:sldId id="268" r:id="rId8"/>
    <p:sldId id="269" r:id="rId9"/>
    <p:sldId id="270" r:id="rId10"/>
    <p:sldId id="275" r:id="rId11"/>
    <p:sldId id="277" r:id="rId12"/>
    <p:sldId id="291" r:id="rId13"/>
    <p:sldId id="296" r:id="rId14"/>
    <p:sldId id="297" r:id="rId15"/>
    <p:sldId id="294" r:id="rId16"/>
    <p:sldId id="273" r:id="rId17"/>
    <p:sldId id="274" r:id="rId18"/>
    <p:sldId id="278" r:id="rId19"/>
    <p:sldId id="2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43953B-447D-4D5D-A7F8-D7B09B49E8A4}">
          <p14:sldIdLst>
            <p14:sldId id="256"/>
          </p14:sldIdLst>
        </p14:section>
        <p14:section name="Untitled Section" id="{54816E6E-6F75-449A-ADED-60CF4A45180A}">
          <p14:sldIdLst>
            <p14:sldId id="258"/>
            <p14:sldId id="259"/>
            <p14:sldId id="260"/>
            <p14:sldId id="261"/>
            <p14:sldId id="266"/>
            <p14:sldId id="268"/>
            <p14:sldId id="269"/>
            <p14:sldId id="270"/>
            <p14:sldId id="275"/>
            <p14:sldId id="277"/>
            <p14:sldId id="291"/>
            <p14:sldId id="296"/>
            <p14:sldId id="297"/>
            <p14:sldId id="294"/>
            <p14:sldId id="273"/>
            <p14:sldId id="274"/>
            <p14:sldId id="278"/>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ECC6-BFE6-FF9E-39B0-F4D659F4D6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6BD8EE-C6F7-803B-9AC4-8D5CFE3B6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AC8DEF-2D03-0BFC-7DC1-A94467B36D28}"/>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5" name="Footer Placeholder 4">
            <a:extLst>
              <a:ext uri="{FF2B5EF4-FFF2-40B4-BE49-F238E27FC236}">
                <a16:creationId xmlns:a16="http://schemas.microsoft.com/office/drawing/2014/main" id="{967CB610-1774-55A9-8503-E3BE50B38E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59FA04-8297-8B69-2843-EBB33E10C691}"/>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2679879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E73C-2F9F-57C8-82DE-81F067B29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08FE5A-1BDF-0843-A32F-24E90C1BF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DE8FCA-3F27-292B-E9D7-E80E57B252CF}"/>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5" name="Footer Placeholder 4">
            <a:extLst>
              <a:ext uri="{FF2B5EF4-FFF2-40B4-BE49-F238E27FC236}">
                <a16:creationId xmlns:a16="http://schemas.microsoft.com/office/drawing/2014/main" id="{DB2EE695-63DB-A3AC-8EC1-3E0A7964A0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25C507-F9F3-5C4F-C1B9-27A28399D184}"/>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607937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67EE4-B296-9BF2-3584-2238ABDA69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7F2F11-BF81-8939-5562-941BCCBCA8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10CCB-BB3A-2FBF-146D-9501905152DB}"/>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5" name="Footer Placeholder 4">
            <a:extLst>
              <a:ext uri="{FF2B5EF4-FFF2-40B4-BE49-F238E27FC236}">
                <a16:creationId xmlns:a16="http://schemas.microsoft.com/office/drawing/2014/main" id="{9F322633-B582-C055-8B12-F7C8979423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E76D71-9EE3-4710-FB5E-B1EBD3F8F78B}"/>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354297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C8E6-85A2-CC43-EE48-6653912836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FA31FA-08EB-5488-9FA2-8E91609CA3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E2B524-5724-6452-E9AC-1DF61D5759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53CA95-64D3-FE41-BF2D-2E5A7A44F21E}"/>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6" name="Footer Placeholder 5">
            <a:extLst>
              <a:ext uri="{FF2B5EF4-FFF2-40B4-BE49-F238E27FC236}">
                <a16:creationId xmlns:a16="http://schemas.microsoft.com/office/drawing/2014/main" id="{F4A7B284-6C07-C031-4DC6-4F7F24F9D9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A0050D-BAE5-292C-272C-E45E66676AB2}"/>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3171508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73141-5FAF-4256-415C-8E3F861D2C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095DD9-3426-A430-909F-760170B3DD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CA4C07-0C84-9625-8BB6-B9A4A4C8FE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4AC656-526F-EDA7-5404-6A74FC47CF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EE0736-63D8-2D1E-3553-9A9589816E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FB4F47-A019-A8B1-207E-B4527E2F0E45}"/>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8" name="Footer Placeholder 7">
            <a:extLst>
              <a:ext uri="{FF2B5EF4-FFF2-40B4-BE49-F238E27FC236}">
                <a16:creationId xmlns:a16="http://schemas.microsoft.com/office/drawing/2014/main" id="{03CBAA87-7301-0D8C-AD8E-1D3450AC43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43B36E7-A3CA-C916-C876-0A28D415F4D2}"/>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2220427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763C6-2D75-C1B5-B82F-45E543100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8B037A-2584-5C00-A46B-7EA11CB32DC6}"/>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4" name="Footer Placeholder 3">
            <a:extLst>
              <a:ext uri="{FF2B5EF4-FFF2-40B4-BE49-F238E27FC236}">
                <a16:creationId xmlns:a16="http://schemas.microsoft.com/office/drawing/2014/main" id="{28071C80-81C7-2997-B887-B705C08F9B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5C4280-6FC1-FDFB-349B-FD8B7DCE7D4F}"/>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322833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E2FB32-6F9D-0F82-0842-A8E2EF1A9737}"/>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3" name="Footer Placeholder 2">
            <a:extLst>
              <a:ext uri="{FF2B5EF4-FFF2-40B4-BE49-F238E27FC236}">
                <a16:creationId xmlns:a16="http://schemas.microsoft.com/office/drawing/2014/main" id="{0CB9431F-08C9-DEA7-6467-7B3D4D3E95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AD6A63-192B-E3AB-19B0-421E61E5E3C4}"/>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979266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AB7B-B312-365C-AB53-84B205B6F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27792F-6479-320C-9D13-9E6C14521B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BCA9FC-7AEC-7CA5-AAD4-2A590FD065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2C4612-1875-17C0-A847-77CE9C52F1A1}"/>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6" name="Footer Placeholder 5">
            <a:extLst>
              <a:ext uri="{FF2B5EF4-FFF2-40B4-BE49-F238E27FC236}">
                <a16:creationId xmlns:a16="http://schemas.microsoft.com/office/drawing/2014/main" id="{04D13DF2-58B5-3445-09C7-A7B01ED5BF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DCEF6E-1BAA-0372-8E77-A36A33F276B2}"/>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347665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76BE8-C5AB-AF0C-EC7D-303AE9D8FA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CCB0A1-7D25-D141-005F-880BA995E1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9108BD-1AAC-57E1-6F3B-3636801D7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295098-54D5-BC5A-0968-241675F1600D}"/>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6" name="Footer Placeholder 5">
            <a:extLst>
              <a:ext uri="{FF2B5EF4-FFF2-40B4-BE49-F238E27FC236}">
                <a16:creationId xmlns:a16="http://schemas.microsoft.com/office/drawing/2014/main" id="{063CE08E-1181-10D5-AACA-961AA69E43C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AF11F78-3277-2FB8-AFB5-AC44F6EE19BF}"/>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1253743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D7D9-4CC4-8604-0EDB-526255C339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C3A5C5-6E3F-F6BA-95A4-0D73E5D267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0FDA1-7003-099D-A612-E93AA7650599}"/>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5" name="Footer Placeholder 4">
            <a:extLst>
              <a:ext uri="{FF2B5EF4-FFF2-40B4-BE49-F238E27FC236}">
                <a16:creationId xmlns:a16="http://schemas.microsoft.com/office/drawing/2014/main" id="{2F21D624-A0AC-8244-C978-93C079786A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6D9F1F-1925-5658-9A20-95F7191A6574}"/>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4066434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EF30A9-B503-3C97-1C9F-DE1EB3AED3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6914AF-B590-57AD-D0CA-F6FF28C1F1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1446EB-FCC6-E973-C8A2-922A632FF0B1}"/>
              </a:ext>
            </a:extLst>
          </p:cNvPr>
          <p:cNvSpPr>
            <a:spLocks noGrp="1"/>
          </p:cNvSpPr>
          <p:nvPr>
            <p:ph type="dt" sz="half" idx="10"/>
          </p:nvPr>
        </p:nvSpPr>
        <p:spPr/>
        <p:txBody>
          <a:bodyPr/>
          <a:lstStyle/>
          <a:p>
            <a:fld id="{2384A3FD-22ED-4CC1-A200-010E7BE711E8}" type="datetimeFigureOut">
              <a:rPr lang="en-IN" smtClean="0"/>
              <a:t>11-03-2026</a:t>
            </a:fld>
            <a:endParaRPr lang="en-IN"/>
          </a:p>
        </p:txBody>
      </p:sp>
      <p:sp>
        <p:nvSpPr>
          <p:cNvPr id="5" name="Footer Placeholder 4">
            <a:extLst>
              <a:ext uri="{FF2B5EF4-FFF2-40B4-BE49-F238E27FC236}">
                <a16:creationId xmlns:a16="http://schemas.microsoft.com/office/drawing/2014/main" id="{2C1D95F5-6C2F-AB76-3173-0D16A691CF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D356E9-38AC-D2B0-DE95-B5CD0A265852}"/>
              </a:ext>
            </a:extLst>
          </p:cNvPr>
          <p:cNvSpPr>
            <a:spLocks noGrp="1"/>
          </p:cNvSpPr>
          <p:nvPr>
            <p:ph type="sldNum" sz="quarter" idx="12"/>
          </p:nvPr>
        </p:nvSpPr>
        <p:spPr/>
        <p:txBody>
          <a:bodyPr/>
          <a:lstStyle/>
          <a:p>
            <a:fld id="{01D87DC6-4563-494F-BB39-4B6D6F82A4D7}" type="slidenum">
              <a:rPr lang="en-IN" smtClean="0"/>
              <a:t>‹#›</a:t>
            </a:fld>
            <a:endParaRPr lang="en-IN"/>
          </a:p>
        </p:txBody>
      </p:sp>
    </p:spTree>
    <p:extLst>
      <p:ext uri="{BB962C8B-B14F-4D97-AF65-F5344CB8AC3E}">
        <p14:creationId xmlns:p14="http://schemas.microsoft.com/office/powerpoint/2010/main" val="2406823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92F40-DD76-51A0-B56B-DFE9899B4B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2F07A7-01B9-3FDC-9FCA-AFEF148D88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A28747-750A-88BF-D330-2B60DDD075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84A3FD-22ED-4CC1-A200-010E7BE711E8}" type="datetimeFigureOut">
              <a:rPr lang="en-IN" smtClean="0"/>
              <a:t>11-03-2026</a:t>
            </a:fld>
            <a:endParaRPr lang="en-IN"/>
          </a:p>
        </p:txBody>
      </p:sp>
      <p:sp>
        <p:nvSpPr>
          <p:cNvPr id="5" name="Footer Placeholder 4">
            <a:extLst>
              <a:ext uri="{FF2B5EF4-FFF2-40B4-BE49-F238E27FC236}">
                <a16:creationId xmlns:a16="http://schemas.microsoft.com/office/drawing/2014/main" id="{81A1CEA7-3336-B86A-70D2-033DEFEEA5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E35FD3-8145-F726-3FAB-E954783B3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87DC6-4563-494F-BB39-4B6D6F82A4D7}" type="slidenum">
              <a:rPr lang="en-IN" smtClean="0"/>
              <a:t>‹#›</a:t>
            </a:fld>
            <a:endParaRPr lang="en-IN"/>
          </a:p>
        </p:txBody>
      </p:sp>
    </p:spTree>
    <p:extLst>
      <p:ext uri="{BB962C8B-B14F-4D97-AF65-F5344CB8AC3E}">
        <p14:creationId xmlns:p14="http://schemas.microsoft.com/office/powerpoint/2010/main" val="2717791253"/>
      </p:ext>
    </p:extLst>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slideLayout" Target="../slideLayouts/slideLayout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8" Type="http://schemas.openxmlformats.org/officeDocument/2006/relationships/tags" Target="../tags/tag8.xml"/></Relationships>
</file>

<file path=ppt/slides/_rels/slide6.xml.rels><?xml version="1.0" encoding="UTF-8" standalone="yes"?>
<Relationships xmlns="http://schemas.openxmlformats.org/package/2006/relationships"><Relationship Id="rId13" Type="http://schemas.openxmlformats.org/officeDocument/2006/relationships/tags" Target="../tags/tag45.xml"/><Relationship Id="rId18" Type="http://schemas.openxmlformats.org/officeDocument/2006/relationships/tags" Target="../tags/tag50.xml"/><Relationship Id="rId26" Type="http://schemas.openxmlformats.org/officeDocument/2006/relationships/tags" Target="../tags/tag58.xml"/><Relationship Id="rId3" Type="http://schemas.openxmlformats.org/officeDocument/2006/relationships/tags" Target="../tags/tag35.xml"/><Relationship Id="rId21" Type="http://schemas.openxmlformats.org/officeDocument/2006/relationships/tags" Target="../tags/tag53.xml"/><Relationship Id="rId34" Type="http://schemas.openxmlformats.org/officeDocument/2006/relationships/tags" Target="../tags/tag66.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57.xml"/><Relationship Id="rId33" Type="http://schemas.openxmlformats.org/officeDocument/2006/relationships/tags" Target="../tags/tag65.xml"/><Relationship Id="rId2" Type="http://schemas.openxmlformats.org/officeDocument/2006/relationships/tags" Target="../tags/tag34.xml"/><Relationship Id="rId16" Type="http://schemas.openxmlformats.org/officeDocument/2006/relationships/tags" Target="../tags/tag48.xml"/><Relationship Id="rId20" Type="http://schemas.openxmlformats.org/officeDocument/2006/relationships/tags" Target="../tags/tag52.xml"/><Relationship Id="rId29" Type="http://schemas.openxmlformats.org/officeDocument/2006/relationships/tags" Target="../tags/tag61.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tags" Target="../tags/tag56.xml"/><Relationship Id="rId32" Type="http://schemas.openxmlformats.org/officeDocument/2006/relationships/tags" Target="../tags/tag64.xml"/><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tags" Target="../tags/tag55.xml"/><Relationship Id="rId28" Type="http://schemas.openxmlformats.org/officeDocument/2006/relationships/tags" Target="../tags/tag60.xml"/><Relationship Id="rId36" Type="http://schemas.openxmlformats.org/officeDocument/2006/relationships/slideLayout" Target="../slideLayouts/slideLayout7.xml"/><Relationship Id="rId10" Type="http://schemas.openxmlformats.org/officeDocument/2006/relationships/tags" Target="../tags/tag42.xml"/><Relationship Id="rId19" Type="http://schemas.openxmlformats.org/officeDocument/2006/relationships/tags" Target="../tags/tag51.xml"/><Relationship Id="rId31" Type="http://schemas.openxmlformats.org/officeDocument/2006/relationships/tags" Target="../tags/tag63.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tags" Target="../tags/tag54.xml"/><Relationship Id="rId27" Type="http://schemas.openxmlformats.org/officeDocument/2006/relationships/tags" Target="../tags/tag59.xml"/><Relationship Id="rId30" Type="http://schemas.openxmlformats.org/officeDocument/2006/relationships/tags" Target="../tags/tag62.xml"/><Relationship Id="rId35" Type="http://schemas.openxmlformats.org/officeDocument/2006/relationships/tags" Target="../tags/tag67.xml"/><Relationship Id="rId8" Type="http://schemas.openxmlformats.org/officeDocument/2006/relationships/tags" Target="../tags/tag40.xml"/></Relationships>
</file>

<file path=ppt/slides/_rels/slide7.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3" Type="http://schemas.openxmlformats.org/officeDocument/2006/relationships/tags" Target="../tags/tag70.xml"/><Relationship Id="rId21" Type="http://schemas.openxmlformats.org/officeDocument/2006/relationships/slideLayout" Target="../slideLayouts/slideLayout7.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tags" Target="../tags/tag87.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tags" Target="../tags/tag82.xml"/><Relationship Id="rId10" Type="http://schemas.openxmlformats.org/officeDocument/2006/relationships/tags" Target="../tags/tag77.xml"/><Relationship Id="rId19" Type="http://schemas.openxmlformats.org/officeDocument/2006/relationships/tags" Target="../tags/tag86.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 Id="rId22"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tags" Target="../tags/tag105.xml"/><Relationship Id="rId3" Type="http://schemas.openxmlformats.org/officeDocument/2006/relationships/tags" Target="../tags/tag90.xml"/><Relationship Id="rId21" Type="http://schemas.openxmlformats.org/officeDocument/2006/relationships/tags" Target="../tags/tag108.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24" Type="http://schemas.openxmlformats.org/officeDocument/2006/relationships/image" Target="../media/image3.png"/><Relationship Id="rId5" Type="http://schemas.openxmlformats.org/officeDocument/2006/relationships/tags" Target="../tags/tag92.xml"/><Relationship Id="rId15" Type="http://schemas.openxmlformats.org/officeDocument/2006/relationships/tags" Target="../tags/tag102.xml"/><Relationship Id="rId23" Type="http://schemas.openxmlformats.org/officeDocument/2006/relationships/slideLayout" Target="../slideLayouts/slideLayout7.xml"/><Relationship Id="rId10" Type="http://schemas.openxmlformats.org/officeDocument/2006/relationships/tags" Target="../tags/tag97.xml"/><Relationship Id="rId19" Type="http://schemas.openxmlformats.org/officeDocument/2006/relationships/tags" Target="../tags/tag106.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tags" Target="../tags/tag109.xml"/></Relationships>
</file>

<file path=ppt/slides/_rels/slide9.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tags" Target="../tags/tag122.xml"/><Relationship Id="rId18" Type="http://schemas.openxmlformats.org/officeDocument/2006/relationships/tags" Target="../tags/tag127.xml"/><Relationship Id="rId3" Type="http://schemas.openxmlformats.org/officeDocument/2006/relationships/tags" Target="../tags/tag112.xml"/><Relationship Id="rId21" Type="http://schemas.openxmlformats.org/officeDocument/2006/relationships/tags" Target="../tags/tag130.xml"/><Relationship Id="rId7" Type="http://schemas.openxmlformats.org/officeDocument/2006/relationships/tags" Target="../tags/tag116.xml"/><Relationship Id="rId12" Type="http://schemas.openxmlformats.org/officeDocument/2006/relationships/tags" Target="../tags/tag121.xml"/><Relationship Id="rId17" Type="http://schemas.openxmlformats.org/officeDocument/2006/relationships/tags" Target="../tags/tag126.xml"/><Relationship Id="rId2" Type="http://schemas.openxmlformats.org/officeDocument/2006/relationships/tags" Target="../tags/tag111.xml"/><Relationship Id="rId16" Type="http://schemas.openxmlformats.org/officeDocument/2006/relationships/tags" Target="../tags/tag125.xml"/><Relationship Id="rId20" Type="http://schemas.openxmlformats.org/officeDocument/2006/relationships/tags" Target="../tags/tag129.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openxmlformats.org/officeDocument/2006/relationships/image" Target="../media/image4.png"/><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slideLayout" Target="../slideLayouts/slideLayout7.xml"/><Relationship Id="rId10" Type="http://schemas.openxmlformats.org/officeDocument/2006/relationships/tags" Target="../tags/tag119.xml"/><Relationship Id="rId19" Type="http://schemas.openxmlformats.org/officeDocument/2006/relationships/tags" Target="../tags/tag128.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2BFF-1F9D-177C-BBCF-A4916870EDB2}"/>
              </a:ext>
            </a:extLst>
          </p:cNvPr>
          <p:cNvSpPr>
            <a:spLocks noGrp="1"/>
          </p:cNvSpPr>
          <p:nvPr>
            <p:ph type="ctrTitle"/>
          </p:nvPr>
        </p:nvSpPr>
        <p:spPr>
          <a:xfrm>
            <a:off x="3567333" y="1082566"/>
            <a:ext cx="5139559" cy="1143000"/>
          </a:xfrm>
        </p:spPr>
        <p:txBody>
          <a:bodyPr>
            <a:normAutofit/>
          </a:bodyPr>
          <a:lstStyle/>
          <a:p>
            <a:r>
              <a:rPr lang="en-IN" b="1" dirty="0">
                <a:solidFill>
                  <a:schemeClr val="bg2">
                    <a:lumMod val="1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a:t>
            </a:r>
          </a:p>
        </p:txBody>
      </p:sp>
      <p:sp>
        <p:nvSpPr>
          <p:cNvPr id="3" name="Subtitle 2">
            <a:extLst>
              <a:ext uri="{FF2B5EF4-FFF2-40B4-BE49-F238E27FC236}">
                <a16:creationId xmlns:a16="http://schemas.microsoft.com/office/drawing/2014/main" id="{28B6B05E-B16A-111D-F185-5BB3C7A57B79}"/>
              </a:ext>
            </a:extLst>
          </p:cNvPr>
          <p:cNvSpPr>
            <a:spLocks noGrp="1"/>
          </p:cNvSpPr>
          <p:nvPr>
            <p:ph type="subTitle" idx="1"/>
          </p:nvPr>
        </p:nvSpPr>
        <p:spPr>
          <a:xfrm>
            <a:off x="1247930" y="2427890"/>
            <a:ext cx="10565926" cy="1519626"/>
          </a:xfrm>
        </p:spPr>
        <p:txBody>
          <a:bodyPr>
            <a:noAutofit/>
          </a:bodyPr>
          <a:lstStyle/>
          <a:p>
            <a:r>
              <a:rPr lang="en-IN" sz="4000" b="1" i="1" dirty="0">
                <a:solidFill>
                  <a:schemeClr val="accent6">
                    <a:lumMod val="75000"/>
                  </a:schemeClr>
                </a:solidFill>
                <a:latin typeface="Times New Roman" panose="02020603050405020304" pitchFamily="18" charset="0"/>
                <a:cs typeface="Times New Roman" panose="02020603050405020304" pitchFamily="18" charset="0"/>
              </a:rPr>
              <a:t>LIVER DISEASE PREDICTION USING MACHINE LEARNING</a:t>
            </a:r>
          </a:p>
        </p:txBody>
      </p:sp>
      <p:pic>
        <p:nvPicPr>
          <p:cNvPr id="1026" name="Picture 2" descr="Image result for liver disease prediction cartoon images">
            <a:extLst>
              <a:ext uri="{FF2B5EF4-FFF2-40B4-BE49-F238E27FC236}">
                <a16:creationId xmlns:a16="http://schemas.microsoft.com/office/drawing/2014/main" id="{83A28F32-7362-F2FF-B162-D14D7B0154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737" y="4041217"/>
            <a:ext cx="2952750" cy="22860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88;p1">
            <a:extLst>
              <a:ext uri="{FF2B5EF4-FFF2-40B4-BE49-F238E27FC236}">
                <a16:creationId xmlns:a16="http://schemas.microsoft.com/office/drawing/2014/main" id="{66AE09B6-D954-450E-92C4-BC29A249241F}"/>
              </a:ext>
            </a:extLst>
          </p:cNvPr>
          <p:cNvSpPr txBox="1"/>
          <p:nvPr/>
        </p:nvSpPr>
        <p:spPr>
          <a:xfrm>
            <a:off x="7486459" y="5496261"/>
            <a:ext cx="3301026" cy="830956"/>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2400" i="1" dirty="0">
              <a:solidFill>
                <a:srgbClr val="002060"/>
              </a:solidFill>
              <a:latin typeface="Times New Roman" panose="02020603050405020304" pitchFamily="18" charset="0"/>
              <a:ea typeface="Calibri"/>
              <a:cs typeface="Times New Roman" panose="02020603050405020304" pitchFamily="18" charset="0"/>
              <a:sym typeface="Calibri"/>
            </a:endParaRPr>
          </a:p>
          <a:p>
            <a:pPr marL="0" marR="0" lvl="0" indent="0" algn="l" rtl="0">
              <a:spcBef>
                <a:spcPts val="0"/>
              </a:spcBef>
              <a:spcAft>
                <a:spcPts val="0"/>
              </a:spcAft>
              <a:buNone/>
            </a:pPr>
            <a:endParaRPr sz="2400" i="1" dirty="0">
              <a:solidFill>
                <a:srgbClr val="002060"/>
              </a:solidFill>
              <a:latin typeface="Times New Roman" panose="02020603050405020304" pitchFamily="18" charset="0"/>
              <a:ea typeface="Calibri"/>
              <a:cs typeface="Times New Roman" panose="02020603050405020304" pitchFamily="18" charset="0"/>
              <a:sym typeface="Calibri"/>
            </a:endParaRPr>
          </a:p>
        </p:txBody>
      </p:sp>
      <p:graphicFrame>
        <p:nvGraphicFramePr>
          <p:cNvPr id="5" name="Table 4">
            <a:extLst>
              <a:ext uri="{FF2B5EF4-FFF2-40B4-BE49-F238E27FC236}">
                <a16:creationId xmlns:a16="http://schemas.microsoft.com/office/drawing/2014/main" id="{734D6FF5-C64D-77A6-031A-B66FA3BC330F}"/>
              </a:ext>
            </a:extLst>
          </p:cNvPr>
          <p:cNvGraphicFramePr>
            <a:graphicFrameLocks noGrp="1"/>
          </p:cNvGraphicFramePr>
          <p:nvPr>
            <p:extLst>
              <p:ext uri="{D42A27DB-BD31-4B8C-83A1-F6EECF244321}">
                <p14:modId xmlns:p14="http://schemas.microsoft.com/office/powerpoint/2010/main" val="869061042"/>
              </p:ext>
            </p:extLst>
          </p:nvPr>
        </p:nvGraphicFramePr>
        <p:xfrm>
          <a:off x="9844627" y="5593436"/>
          <a:ext cx="1209195" cy="365760"/>
        </p:xfrm>
        <a:graphic>
          <a:graphicData uri="http://schemas.openxmlformats.org/drawingml/2006/table">
            <a:tbl>
              <a:tblPr>
                <a:tableStyleId>{5C22544A-7EE6-4342-B048-85BDC9FD1C3A}</a:tableStyleId>
              </a:tblPr>
              <a:tblGrid>
                <a:gridCol w="1209195">
                  <a:extLst>
                    <a:ext uri="{9D8B030D-6E8A-4147-A177-3AD203B41FA5}">
                      <a16:colId xmlns:a16="http://schemas.microsoft.com/office/drawing/2014/main" val="2628473416"/>
                    </a:ext>
                  </a:extLst>
                </a:gridCol>
              </a:tblGrid>
              <a:tr h="355951">
                <a:tc>
                  <a:txBody>
                    <a:bodyPr/>
                    <a:lstStyle/>
                    <a:p>
                      <a:endParaRPr lang="en-US" sz="1800" b="1" i="1" u="sng" strike="noStrike" baseline="0"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341804951"/>
                  </a:ext>
                </a:extLst>
              </a:tr>
            </a:tbl>
          </a:graphicData>
        </a:graphic>
      </p:graphicFrame>
    </p:spTree>
    <p:extLst>
      <p:ext uri="{BB962C8B-B14F-4D97-AF65-F5344CB8AC3E}">
        <p14:creationId xmlns:p14="http://schemas.microsoft.com/office/powerpoint/2010/main" val="4103890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5;p2">
            <a:extLst>
              <a:ext uri="{FF2B5EF4-FFF2-40B4-BE49-F238E27FC236}">
                <a16:creationId xmlns:a16="http://schemas.microsoft.com/office/drawing/2014/main" id="{A0CAE419-B0EE-418D-9BE6-516EA9EDE35A}"/>
              </a:ext>
            </a:extLst>
          </p:cNvPr>
          <p:cNvSpPr txBox="1"/>
          <p:nvPr/>
        </p:nvSpPr>
        <p:spPr>
          <a:xfrm>
            <a:off x="2338086" y="1250065"/>
            <a:ext cx="8125429" cy="830956"/>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BUSINESS OBJECTIVE</a:t>
            </a:r>
            <a:endParaRPr lang="en-GB"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Calibri"/>
            </a:endParaRPr>
          </a:p>
        </p:txBody>
      </p:sp>
      <p:sp>
        <p:nvSpPr>
          <p:cNvPr id="3" name="Google Shape;96;p2">
            <a:extLst>
              <a:ext uri="{FF2B5EF4-FFF2-40B4-BE49-F238E27FC236}">
                <a16:creationId xmlns:a16="http://schemas.microsoft.com/office/drawing/2014/main" id="{CADD7E41-414F-452F-A0E1-FF148EC38ECF}"/>
              </a:ext>
            </a:extLst>
          </p:cNvPr>
          <p:cNvSpPr txBox="1"/>
          <p:nvPr/>
        </p:nvSpPr>
        <p:spPr>
          <a:xfrm>
            <a:off x="2338086" y="2685326"/>
            <a:ext cx="8855430" cy="1200288"/>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400" dirty="0">
                <a:solidFill>
                  <a:schemeClr val="accent5">
                    <a:lumMod val="50000"/>
                  </a:schemeClr>
                </a:solidFill>
                <a:ea typeface="Calibri"/>
                <a:cs typeface="Times New Roman" panose="02020603050405020304" pitchFamily="18" charset="0"/>
                <a:sym typeface="Arial"/>
              </a:rPr>
              <a:t>The variable to be predicted is categorical</a:t>
            </a:r>
          </a:p>
          <a:p>
            <a:r>
              <a:rPr lang="en-GB" sz="2400" dirty="0">
                <a:solidFill>
                  <a:schemeClr val="accent5">
                    <a:lumMod val="50000"/>
                  </a:schemeClr>
                </a:solidFill>
                <a:ea typeface="Calibri"/>
                <a:cs typeface="Times New Roman" panose="02020603050405020304" pitchFamily="18" charset="0"/>
                <a:sym typeface="Arial"/>
              </a:rPr>
              <a:t>(No disease, suspect disease, hepatitis c, fibrosis, cirrhosis). </a:t>
            </a:r>
          </a:p>
          <a:p>
            <a:r>
              <a:rPr lang="en-GB" sz="2400" dirty="0">
                <a:solidFill>
                  <a:schemeClr val="accent5">
                    <a:lumMod val="50000"/>
                  </a:schemeClr>
                </a:solidFill>
                <a:ea typeface="Calibri"/>
                <a:cs typeface="Times New Roman" panose="02020603050405020304" pitchFamily="18" charset="0"/>
                <a:sym typeface="Arial"/>
              </a:rPr>
              <a:t>Therefore, this is a classification project.</a:t>
            </a:r>
          </a:p>
        </p:txBody>
      </p:sp>
    </p:spTree>
    <p:extLst>
      <p:ext uri="{BB962C8B-B14F-4D97-AF65-F5344CB8AC3E}">
        <p14:creationId xmlns:p14="http://schemas.microsoft.com/office/powerpoint/2010/main" val="1447583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3;p3">
            <a:extLst>
              <a:ext uri="{FF2B5EF4-FFF2-40B4-BE49-F238E27FC236}">
                <a16:creationId xmlns:a16="http://schemas.microsoft.com/office/drawing/2014/main" id="{171A5096-946A-47EF-9558-EA9FF1E4EF50}"/>
              </a:ext>
            </a:extLst>
          </p:cNvPr>
          <p:cNvSpPr txBox="1"/>
          <p:nvPr/>
        </p:nvSpPr>
        <p:spPr>
          <a:xfrm>
            <a:off x="4282633" y="1331089"/>
            <a:ext cx="4525700" cy="769401"/>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rtl="0">
              <a:spcBef>
                <a:spcPts val="0"/>
              </a:spcBef>
              <a:spcAft>
                <a:spcPts val="0"/>
              </a:spcAft>
              <a:buNone/>
            </a:pPr>
            <a:r>
              <a:rPr lang="en-GB" sz="4400" b="1" u="sng"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rPr>
              <a:t>Project Contents-</a:t>
            </a:r>
            <a:endParaRPr sz="1000" b="1" u="sng"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endParaRPr>
          </a:p>
        </p:txBody>
      </p:sp>
      <p:sp>
        <p:nvSpPr>
          <p:cNvPr id="4" name="Google Shape;104;p3">
            <a:extLst>
              <a:ext uri="{FF2B5EF4-FFF2-40B4-BE49-F238E27FC236}">
                <a16:creationId xmlns:a16="http://schemas.microsoft.com/office/drawing/2014/main" id="{F32F0BC1-108C-4C66-89DE-EFEF697C3E8F}"/>
              </a:ext>
            </a:extLst>
          </p:cNvPr>
          <p:cNvSpPr txBox="1"/>
          <p:nvPr/>
        </p:nvSpPr>
        <p:spPr>
          <a:xfrm>
            <a:off x="4629872" y="3067289"/>
            <a:ext cx="4178461" cy="2308284"/>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14350" marR="0" lvl="0" indent="-514350" algn="l" rtl="0">
              <a:spcBef>
                <a:spcPts val="0"/>
              </a:spcBef>
              <a:spcAft>
                <a:spcPts val="0"/>
              </a:spcAft>
              <a:buSzPts val="2400"/>
              <a:buFont typeface="+mj-lt"/>
              <a:buAutoNum type="romanUcPeriod"/>
            </a:pPr>
            <a:r>
              <a:rPr lang="en-GB" sz="2400" b="1" dirty="0">
                <a:solidFill>
                  <a:schemeClr val="tx2"/>
                </a:solidFill>
                <a:latin typeface="Times New Roman" panose="02020603050405020304" pitchFamily="18" charset="0"/>
                <a:ea typeface="Calibri"/>
                <a:cs typeface="Times New Roman" panose="02020603050405020304" pitchFamily="18" charset="0"/>
                <a:sym typeface="Calibri"/>
              </a:rPr>
              <a:t>EDA</a:t>
            </a:r>
            <a:endParaRPr b="1" dirty="0">
              <a:solidFill>
                <a:schemeClr val="tx2"/>
              </a:solidFill>
              <a:latin typeface="Times New Roman" panose="02020603050405020304" pitchFamily="18" charset="0"/>
              <a:cs typeface="Times New Roman" panose="02020603050405020304" pitchFamily="18" charset="0"/>
            </a:endParaRPr>
          </a:p>
          <a:p>
            <a:pPr marL="514350" lvl="0" indent="-514350">
              <a:buSzPts val="2400"/>
              <a:buFont typeface="+mj-lt"/>
              <a:buAutoNum type="romanUcPeriod"/>
            </a:pPr>
            <a:r>
              <a:rPr lang="en-GB" sz="2400" b="1" dirty="0">
                <a:solidFill>
                  <a:schemeClr val="tx2"/>
                </a:solidFill>
                <a:latin typeface="Times New Roman" panose="02020603050405020304" pitchFamily="18" charset="0"/>
                <a:ea typeface="Calibri"/>
                <a:cs typeface="Times New Roman" panose="02020603050405020304" pitchFamily="18" charset="0"/>
                <a:sym typeface="Calibri"/>
              </a:rPr>
              <a:t>Model building</a:t>
            </a:r>
          </a:p>
          <a:p>
            <a:pPr marL="514350" lvl="0" indent="-514350">
              <a:buSzPts val="2400"/>
              <a:buFont typeface="+mj-lt"/>
              <a:buAutoNum type="romanUcPeriod"/>
            </a:pPr>
            <a:r>
              <a:rPr lang="en-GB" sz="2400" b="1" dirty="0">
                <a:solidFill>
                  <a:schemeClr val="tx2"/>
                </a:solidFill>
                <a:latin typeface="Times New Roman" panose="02020603050405020304" pitchFamily="18" charset="0"/>
                <a:ea typeface="Calibri"/>
                <a:cs typeface="Times New Roman" panose="02020603050405020304" pitchFamily="18" charset="0"/>
                <a:sym typeface="Calibri"/>
              </a:rPr>
              <a:t>Model Evaluation</a:t>
            </a:r>
          </a:p>
          <a:p>
            <a:pPr marL="514350" marR="0" lvl="0" indent="-514350" algn="l" rtl="0">
              <a:spcBef>
                <a:spcPts val="0"/>
              </a:spcBef>
              <a:spcAft>
                <a:spcPts val="0"/>
              </a:spcAft>
              <a:buSzPts val="2400"/>
              <a:buFont typeface="+mj-lt"/>
              <a:buAutoNum type="romanUcPeriod"/>
            </a:pPr>
            <a:r>
              <a:rPr lang="en-GB" sz="2400" b="1" dirty="0">
                <a:solidFill>
                  <a:schemeClr val="tx2"/>
                </a:solidFill>
                <a:latin typeface="Times New Roman" panose="02020603050405020304" pitchFamily="18" charset="0"/>
                <a:ea typeface="Calibri"/>
                <a:cs typeface="Times New Roman" panose="02020603050405020304" pitchFamily="18" charset="0"/>
                <a:sym typeface="Calibri"/>
              </a:rPr>
              <a:t>Deployment</a:t>
            </a:r>
          </a:p>
          <a:p>
            <a:pPr marL="514350" marR="0" lvl="0" indent="-514350" algn="l" rtl="0">
              <a:spcBef>
                <a:spcPts val="0"/>
              </a:spcBef>
              <a:spcAft>
                <a:spcPts val="0"/>
              </a:spcAft>
              <a:buSzPts val="2400"/>
              <a:buFont typeface="+mj-lt"/>
              <a:buAutoNum type="romanUcPeriod"/>
            </a:pPr>
            <a:r>
              <a:rPr lang="en-GB" sz="2400" b="1" dirty="0">
                <a:solidFill>
                  <a:schemeClr val="tx2"/>
                </a:solidFill>
                <a:latin typeface="Times New Roman" panose="02020603050405020304" pitchFamily="18" charset="0"/>
                <a:ea typeface="Calibri"/>
                <a:cs typeface="Times New Roman" panose="02020603050405020304" pitchFamily="18" charset="0"/>
                <a:sym typeface="Calibri"/>
              </a:rPr>
              <a:t>Final Presentation</a:t>
            </a:r>
          </a:p>
          <a:p>
            <a:pPr marL="457200" marR="0" lvl="0" indent="-457200" algn="l" rtl="0">
              <a:spcBef>
                <a:spcPts val="0"/>
              </a:spcBef>
              <a:spcAft>
                <a:spcPts val="0"/>
              </a:spcAft>
              <a:buClr>
                <a:schemeClr val="lt1"/>
              </a:buClr>
              <a:buSzPts val="2400"/>
              <a:buFont typeface="Calibri"/>
              <a:buAutoNum type="arabicPeriod"/>
            </a:pPr>
            <a:endParaRPr sz="2400" i="1" dirty="0">
              <a:solidFill>
                <a:schemeClr val="accent1">
                  <a:lumMod val="50000"/>
                </a:schemeClr>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335746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11;p4">
            <a:extLst>
              <a:ext uri="{FF2B5EF4-FFF2-40B4-BE49-F238E27FC236}">
                <a16:creationId xmlns:a16="http://schemas.microsoft.com/office/drawing/2014/main" id="{3CC06206-1937-4123-B47C-CB231AD65D5B}"/>
              </a:ext>
            </a:extLst>
          </p:cNvPr>
          <p:cNvSpPr txBox="1"/>
          <p:nvPr/>
        </p:nvSpPr>
        <p:spPr>
          <a:xfrm>
            <a:off x="2257062" y="1145894"/>
            <a:ext cx="6678594" cy="769401"/>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4400" b="1"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rPr>
              <a:t>DATA DESCRIPTION</a:t>
            </a:r>
            <a:endParaRPr sz="4400" b="1"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endParaRPr>
          </a:p>
        </p:txBody>
      </p:sp>
      <p:sp>
        <p:nvSpPr>
          <p:cNvPr id="8" name="Google Shape;104;p3">
            <a:extLst>
              <a:ext uri="{FF2B5EF4-FFF2-40B4-BE49-F238E27FC236}">
                <a16:creationId xmlns:a16="http://schemas.microsoft.com/office/drawing/2014/main" id="{F32F0BC1-108C-4C66-89DE-EFEF697C3E8F}"/>
              </a:ext>
            </a:extLst>
          </p:cNvPr>
          <p:cNvSpPr txBox="1"/>
          <p:nvPr/>
        </p:nvSpPr>
        <p:spPr>
          <a:xfrm>
            <a:off x="1006998" y="2177604"/>
            <a:ext cx="10243594" cy="1569620"/>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buSzPts val="2400"/>
            </a:pPr>
            <a:r>
              <a:rPr lang="en-GB" sz="2400" dirty="0">
                <a:solidFill>
                  <a:schemeClr val="accent6">
                    <a:lumMod val="50000"/>
                  </a:schemeClr>
                </a:solidFill>
                <a:latin typeface="Times New Roman" panose="02020603050405020304" pitchFamily="18" charset="0"/>
                <a:ea typeface="Calibri"/>
                <a:cs typeface="Times New Roman" panose="02020603050405020304" pitchFamily="18" charset="0"/>
              </a:rPr>
              <a:t>The number of instances (rows) in the data set is 615, and the number of variables (columns) is 13. Nearly all input variables are numeric-valued except one, Sex, which is binary, and most of them represent measurements from blood and urine analysis. The following list summarizes the variables information:</a:t>
            </a:r>
            <a:endParaRPr sz="2400" dirty="0">
              <a:solidFill>
                <a:schemeClr val="accent6">
                  <a:lumMod val="50000"/>
                </a:schemeClr>
              </a:solidFill>
              <a:latin typeface="Times New Roman" panose="02020603050405020304" pitchFamily="18" charset="0"/>
              <a:ea typeface="Calibri"/>
              <a:cs typeface="Times New Roman" panose="02020603050405020304" pitchFamily="18" charset="0"/>
              <a:sym typeface="Calibri"/>
            </a:endParaRPr>
          </a:p>
        </p:txBody>
      </p:sp>
      <p:sp>
        <p:nvSpPr>
          <p:cNvPr id="9" name="Google Shape;104;p3">
            <a:extLst>
              <a:ext uri="{FF2B5EF4-FFF2-40B4-BE49-F238E27FC236}">
                <a16:creationId xmlns:a16="http://schemas.microsoft.com/office/drawing/2014/main" id="{39FD8CA5-F6FD-479D-A908-709D42391D6E}"/>
              </a:ext>
            </a:extLst>
          </p:cNvPr>
          <p:cNvSpPr txBox="1"/>
          <p:nvPr/>
        </p:nvSpPr>
        <p:spPr>
          <a:xfrm>
            <a:off x="1006997" y="4016414"/>
            <a:ext cx="4101031" cy="3046948"/>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ea typeface="Calibri"/>
                <a:cs typeface="Times New Roman" panose="02020603050405020304" pitchFamily="18" charset="0"/>
              </a:rPr>
              <a:t>Category:</a:t>
            </a:r>
          </a:p>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ea typeface="Calibri"/>
                <a:cs typeface="Times New Roman" panose="02020603050405020304" pitchFamily="18" charset="0"/>
              </a:rPr>
              <a:t>Age</a:t>
            </a:r>
          </a:p>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ea typeface="Calibri"/>
                <a:cs typeface="Times New Roman" panose="02020603050405020304" pitchFamily="18" charset="0"/>
              </a:rPr>
              <a:t>Sex</a:t>
            </a:r>
          </a:p>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ea typeface="Calibri"/>
                <a:cs typeface="Times New Roman" panose="02020603050405020304" pitchFamily="18" charset="0"/>
              </a:rPr>
              <a:t>Albumin</a:t>
            </a:r>
          </a:p>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ea typeface="Calibri"/>
                <a:cs typeface="Times New Roman" panose="02020603050405020304" pitchFamily="18" charset="0"/>
              </a:rPr>
              <a:t>Alkaline phosphatase</a:t>
            </a:r>
          </a:p>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ea typeface="Calibri"/>
                <a:cs typeface="Times New Roman" panose="02020603050405020304" pitchFamily="18" charset="0"/>
              </a:rPr>
              <a:t>Alanine aminotransferase</a:t>
            </a:r>
            <a:r>
              <a:rPr lang="en-GB" sz="2400" dirty="0">
                <a:solidFill>
                  <a:schemeClr val="accent5">
                    <a:lumMod val="50000"/>
                  </a:schemeClr>
                </a:solidFill>
                <a:latin typeface="Times New Roman" panose="02020603050405020304" pitchFamily="18" charset="0"/>
                <a:cs typeface="Times New Roman" panose="02020603050405020304" pitchFamily="18" charset="0"/>
              </a:rPr>
              <a:t> </a:t>
            </a:r>
          </a:p>
          <a:p>
            <a:pPr marL="457200" lvl="0" indent="-457200">
              <a:buSzPts val="2400"/>
              <a:buFont typeface="+mj-lt"/>
              <a:buAutoNum type="arabicPeriod"/>
            </a:pPr>
            <a:r>
              <a:rPr lang="en-GB" sz="2400" dirty="0">
                <a:solidFill>
                  <a:schemeClr val="accent5">
                    <a:lumMod val="50000"/>
                  </a:schemeClr>
                </a:solidFill>
                <a:latin typeface="Times New Roman" panose="02020603050405020304" pitchFamily="18" charset="0"/>
                <a:cs typeface="Times New Roman" panose="02020603050405020304" pitchFamily="18" charset="0"/>
              </a:rPr>
              <a:t>Aspartate aminotransferase</a:t>
            </a:r>
          </a:p>
          <a:p>
            <a:pPr marL="457200" marR="0" lvl="0" indent="-457200" algn="l" rtl="0">
              <a:spcBef>
                <a:spcPts val="0"/>
              </a:spcBef>
              <a:spcAft>
                <a:spcPts val="0"/>
              </a:spcAft>
              <a:buClr>
                <a:schemeClr val="lt1"/>
              </a:buClr>
              <a:buSzPts val="2400"/>
              <a:buFont typeface="Calibri"/>
              <a:buAutoNum type="arabicPeriod"/>
            </a:pPr>
            <a:endParaRPr sz="2400" i="1" dirty="0">
              <a:latin typeface="Times New Roman" panose="02020603050405020304" pitchFamily="18" charset="0"/>
              <a:ea typeface="Calibri"/>
              <a:cs typeface="Times New Roman" panose="02020603050405020304" pitchFamily="18" charset="0"/>
              <a:sym typeface="Calibri"/>
            </a:endParaRPr>
          </a:p>
        </p:txBody>
      </p:sp>
      <p:sp>
        <p:nvSpPr>
          <p:cNvPr id="10" name="TextBox 9">
            <a:extLst>
              <a:ext uri="{FF2B5EF4-FFF2-40B4-BE49-F238E27FC236}">
                <a16:creationId xmlns:a16="http://schemas.microsoft.com/office/drawing/2014/main" id="{9E83748C-9E82-4FF2-BFC9-0DEF0EDEEEDC}"/>
              </a:ext>
            </a:extLst>
          </p:cNvPr>
          <p:cNvSpPr txBox="1"/>
          <p:nvPr/>
        </p:nvSpPr>
        <p:spPr>
          <a:xfrm>
            <a:off x="6805914" y="4016414"/>
            <a:ext cx="4229948" cy="267765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ts val="2400"/>
            </a:pPr>
            <a:r>
              <a:rPr lang="en-GB" sz="2400" dirty="0">
                <a:solidFill>
                  <a:schemeClr val="accent5">
                    <a:lumMod val="50000"/>
                  </a:schemeClr>
                </a:solidFill>
                <a:latin typeface="Times New Roman" panose="02020603050405020304" pitchFamily="18" charset="0"/>
                <a:cs typeface="Times New Roman" panose="02020603050405020304" pitchFamily="18" charset="0"/>
              </a:rPr>
              <a:t>8.  Bilirubin</a:t>
            </a:r>
          </a:p>
          <a:p>
            <a:pPr>
              <a:buSzPts val="2400"/>
            </a:pPr>
            <a:r>
              <a:rPr lang="en-GB" sz="2400" dirty="0">
                <a:solidFill>
                  <a:schemeClr val="accent5">
                    <a:lumMod val="50000"/>
                  </a:schemeClr>
                </a:solidFill>
                <a:latin typeface="Times New Roman" panose="02020603050405020304" pitchFamily="18" charset="0"/>
                <a:cs typeface="Times New Roman" panose="02020603050405020304" pitchFamily="18" charset="0"/>
              </a:rPr>
              <a:t>9.  Cholinesterase</a:t>
            </a:r>
          </a:p>
          <a:p>
            <a:pPr>
              <a:buSzPts val="2400"/>
            </a:pPr>
            <a:r>
              <a:rPr lang="en-GB" sz="2400" dirty="0">
                <a:solidFill>
                  <a:schemeClr val="accent5">
                    <a:lumMod val="50000"/>
                  </a:schemeClr>
                </a:solidFill>
                <a:latin typeface="Times New Roman" panose="02020603050405020304" pitchFamily="18" charset="0"/>
                <a:cs typeface="Times New Roman" panose="02020603050405020304" pitchFamily="18" charset="0"/>
              </a:rPr>
              <a:t>10. Cholesterol</a:t>
            </a:r>
          </a:p>
          <a:p>
            <a:pPr>
              <a:buSzPts val="2400"/>
            </a:pPr>
            <a:r>
              <a:rPr lang="en-GB" sz="2400" dirty="0">
                <a:solidFill>
                  <a:schemeClr val="accent5">
                    <a:lumMod val="50000"/>
                  </a:schemeClr>
                </a:solidFill>
                <a:latin typeface="Times New Roman" panose="02020603050405020304" pitchFamily="18" charset="0"/>
                <a:cs typeface="Times New Roman" panose="02020603050405020304" pitchFamily="18" charset="0"/>
              </a:rPr>
              <a:t>11. Creatinina</a:t>
            </a:r>
          </a:p>
          <a:p>
            <a:pPr>
              <a:buSzPts val="2400"/>
            </a:pPr>
            <a:r>
              <a:rPr lang="en-GB" sz="2400" dirty="0">
                <a:solidFill>
                  <a:schemeClr val="accent5">
                    <a:lumMod val="50000"/>
                  </a:schemeClr>
                </a:solidFill>
                <a:latin typeface="Times New Roman" panose="02020603050405020304" pitchFamily="18" charset="0"/>
                <a:cs typeface="Times New Roman" panose="02020603050405020304" pitchFamily="18" charset="0"/>
              </a:rPr>
              <a:t>12. Gamma_glutamyl_transferase </a:t>
            </a:r>
          </a:p>
          <a:p>
            <a:pPr>
              <a:buSzPts val="2400"/>
            </a:pPr>
            <a:r>
              <a:rPr lang="en-GB" sz="2400" dirty="0">
                <a:solidFill>
                  <a:schemeClr val="accent5">
                    <a:lumMod val="50000"/>
                  </a:schemeClr>
                </a:solidFill>
                <a:latin typeface="Times New Roman" panose="02020603050405020304" pitchFamily="18" charset="0"/>
                <a:cs typeface="Times New Roman" panose="02020603050405020304" pitchFamily="18" charset="0"/>
              </a:rPr>
              <a:t>13. Protein</a:t>
            </a:r>
          </a:p>
        </p:txBody>
      </p:sp>
    </p:spTree>
    <p:extLst>
      <p:ext uri="{BB962C8B-B14F-4D97-AF65-F5344CB8AC3E}">
        <p14:creationId xmlns:p14="http://schemas.microsoft.com/office/powerpoint/2010/main" val="142213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11;p4">
            <a:extLst>
              <a:ext uri="{FF2B5EF4-FFF2-40B4-BE49-F238E27FC236}">
                <a16:creationId xmlns:a16="http://schemas.microsoft.com/office/drawing/2014/main" id="{0CCC21E8-8F35-4484-E1BD-1981420B16ED}"/>
              </a:ext>
            </a:extLst>
          </p:cNvPr>
          <p:cNvSpPr txBox="1"/>
          <p:nvPr/>
        </p:nvSpPr>
        <p:spPr>
          <a:xfrm>
            <a:off x="791711" y="282245"/>
            <a:ext cx="8978453" cy="707846"/>
          </a:xfrm>
          <a:prstGeom prst="rect">
            <a:avLst/>
          </a:prstGeom>
          <a:noFill/>
          <a:ln>
            <a:noFill/>
          </a:ln>
        </p:spPr>
        <p:txBody>
          <a:bodyPr spcFirstLastPara="1" wrap="square" lIns="91425" tIns="45700" rIns="91425" bIns="4570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4000" b="1"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rPr>
              <a:t>EXPLORARTORY DATA  ANALYSIS</a:t>
            </a:r>
            <a:endParaRPr sz="4000" b="1"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endParaRPr>
          </a:p>
        </p:txBody>
      </p:sp>
      <p:sp>
        <p:nvSpPr>
          <p:cNvPr id="38" name="Shape830">
            <a:extLst>
              <a:ext uri="{FF2B5EF4-FFF2-40B4-BE49-F238E27FC236}">
                <a16:creationId xmlns:a16="http://schemas.microsoft.com/office/drawing/2014/main" id="{6F667CCA-878F-4D18-B89A-F6F4D4452176}"/>
              </a:ext>
            </a:extLst>
          </p:cNvPr>
          <p:cNvSpPr/>
          <p:nvPr>
            <p:custDataLst>
              <p:tags r:id="rId1"/>
            </p:custDataLst>
          </p:nvPr>
        </p:nvSpPr>
        <p:spPr>
          <a:xfrm>
            <a:off x="1087916" y="1368767"/>
            <a:ext cx="3269956" cy="3447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The dataset consists of 615 records 
related to liver diseases, with 13 
columns. These include both 
categorical and numerical data, such 
as 'category', 'age', 'sex', and various 
medical test results. The columns 
include 'category' (object type), 'age' 
(int64), 'sex' (object type), and other 
medical measures like 'albumin', 
'</a:t>
            </a:r>
            <a:r>
              <a:rPr lang="en-US" sz="1600" dirty="0">
                <a:solidFill>
                  <a:schemeClr val="tx1"/>
                </a:solidFill>
                <a:latin typeface="Times New Roman" panose="02020603050405020304" pitchFamily="18" charset="0"/>
                <a:cs typeface="Times New Roman" panose="02020603050405020304" pitchFamily="18" charset="0"/>
              </a:rPr>
              <a:t>Alkaline Phosphatase</a:t>
            </a:r>
            <a:r>
              <a:rPr sz="1600" dirty="0">
                <a:solidFill>
                  <a:schemeClr val="tx1"/>
                </a:solidFill>
                <a:latin typeface="Times New Roman" panose="02020603050405020304" pitchFamily="18" charset="0"/>
                <a:cs typeface="Times New Roman" panose="02020603050405020304" pitchFamily="18" charset="0"/>
              </a:rPr>
              <a:t>', 
'</a:t>
            </a:r>
            <a:r>
              <a:rPr lang="en-US" sz="1600" dirty="0">
                <a:solidFill>
                  <a:schemeClr val="tx1"/>
                </a:solidFill>
                <a:latin typeface="Times New Roman" panose="02020603050405020304" pitchFamily="18" charset="0"/>
                <a:cs typeface="Times New Roman" panose="02020603050405020304" pitchFamily="18" charset="0"/>
              </a:rPr>
              <a:t>Alanine Aminotransferase</a:t>
            </a:r>
            <a:r>
              <a:rPr sz="1600" dirty="0">
                <a:solidFill>
                  <a:schemeClr val="tx1"/>
                </a:solidFill>
                <a:latin typeface="Times New Roman" panose="02020603050405020304" pitchFamily="18" charset="0"/>
                <a:cs typeface="Times New Roman" panose="02020603050405020304" pitchFamily="18" charset="0"/>
              </a:rPr>
              <a:t>', etc., with 
some columns having missing values 
that were handled during 
preprocessing</a:t>
            </a:r>
          </a:p>
        </p:txBody>
      </p:sp>
      <p:sp>
        <p:nvSpPr>
          <p:cNvPr id="39" name="Shape832">
            <a:extLst>
              <a:ext uri="{FF2B5EF4-FFF2-40B4-BE49-F238E27FC236}">
                <a16:creationId xmlns:a16="http://schemas.microsoft.com/office/drawing/2014/main" id="{8B6A0087-6860-ACC6-33FB-F17191D1F73B}"/>
              </a:ext>
            </a:extLst>
          </p:cNvPr>
          <p:cNvSpPr/>
          <p:nvPr>
            <p:custDataLst>
              <p:tags r:id="rId2"/>
            </p:custDataLst>
          </p:nvPr>
        </p:nvSpPr>
        <p:spPr>
          <a:xfrm>
            <a:off x="1263457" y="5026228"/>
            <a:ext cx="3064557"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We have used a delimiter to separate 
the data, as it was not in a properly 
organized format</a:t>
            </a:r>
          </a:p>
        </p:txBody>
      </p:sp>
      <p:sp>
        <p:nvSpPr>
          <p:cNvPr id="40" name="Shape834">
            <a:extLst>
              <a:ext uri="{FF2B5EF4-FFF2-40B4-BE49-F238E27FC236}">
                <a16:creationId xmlns:a16="http://schemas.microsoft.com/office/drawing/2014/main" id="{6083567F-35FC-E863-EBF9-E28BFB6EE340}"/>
              </a:ext>
            </a:extLst>
          </p:cNvPr>
          <p:cNvSpPr/>
          <p:nvPr>
            <p:custDataLst>
              <p:tags r:id="rId3"/>
            </p:custDataLst>
          </p:nvPr>
        </p:nvSpPr>
        <p:spPr>
          <a:xfrm>
            <a:off x="5126711" y="1380166"/>
            <a:ext cx="3040512" cy="984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We will convert the 'protein' column 
from an object data type to a float 
data type, as it contains numerical 
values</a:t>
            </a:r>
          </a:p>
        </p:txBody>
      </p:sp>
      <p:sp>
        <p:nvSpPr>
          <p:cNvPr id="41" name="Shape836">
            <a:extLst>
              <a:ext uri="{FF2B5EF4-FFF2-40B4-BE49-F238E27FC236}">
                <a16:creationId xmlns:a16="http://schemas.microsoft.com/office/drawing/2014/main" id="{00815401-6544-5B23-FCB0-8CACEA0CFA5E}"/>
              </a:ext>
            </a:extLst>
          </p:cNvPr>
          <p:cNvSpPr/>
          <p:nvPr>
            <p:custDataLst>
              <p:tags r:id="rId4"/>
            </p:custDataLst>
          </p:nvPr>
        </p:nvSpPr>
        <p:spPr>
          <a:xfrm>
            <a:off x="5045276" y="2518224"/>
            <a:ext cx="2744341"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We checked for duplicate values 
in the dataset and confirmed that 
there are none</a:t>
            </a:r>
          </a:p>
        </p:txBody>
      </p:sp>
      <p:sp>
        <p:nvSpPr>
          <p:cNvPr id="42" name="Shape838">
            <a:extLst>
              <a:ext uri="{FF2B5EF4-FFF2-40B4-BE49-F238E27FC236}">
                <a16:creationId xmlns:a16="http://schemas.microsoft.com/office/drawing/2014/main" id="{8D8B6428-06A7-28B2-8290-9C89C72D6B60}"/>
              </a:ext>
            </a:extLst>
          </p:cNvPr>
          <p:cNvSpPr/>
          <p:nvPr>
            <p:custDataLst>
              <p:tags r:id="rId5"/>
            </p:custDataLst>
          </p:nvPr>
        </p:nvSpPr>
        <p:spPr>
          <a:xfrm>
            <a:off x="4984559" y="3428508"/>
            <a:ext cx="2508201" cy="34470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Upon checking for missing or null 
values, we found that the 'albumin' 
column has 1 missing value, 
'</a:t>
            </a:r>
            <a:r>
              <a:rPr lang="en-US" sz="1600" dirty="0">
                <a:solidFill>
                  <a:schemeClr val="tx1"/>
                </a:solidFill>
                <a:latin typeface="Times New Roman" panose="02020603050405020304" pitchFamily="18" charset="0"/>
                <a:cs typeface="Times New Roman" panose="02020603050405020304" pitchFamily="18" charset="0"/>
              </a:rPr>
              <a:t>Alkaline Phosphatase</a:t>
            </a:r>
            <a:r>
              <a:rPr sz="1600" dirty="0">
                <a:solidFill>
                  <a:schemeClr val="tx1"/>
                </a:solidFill>
                <a:latin typeface="Times New Roman" panose="02020603050405020304" pitchFamily="18" charset="0"/>
                <a:cs typeface="Times New Roman" panose="02020603050405020304" pitchFamily="18" charset="0"/>
              </a:rPr>
              <a:t>' has 18 missing 
values, '</a:t>
            </a:r>
            <a:r>
              <a:rPr lang="en-US" sz="1600" dirty="0">
                <a:solidFill>
                  <a:schemeClr val="tx1"/>
                </a:solidFill>
                <a:latin typeface="Times New Roman" panose="02020603050405020304" pitchFamily="18" charset="0"/>
                <a:cs typeface="Times New Roman" panose="02020603050405020304" pitchFamily="18" charset="0"/>
              </a:rPr>
              <a:t>Alanine Aminotransferase</a:t>
            </a:r>
            <a:r>
              <a:rPr sz="1600" dirty="0">
                <a:solidFill>
                  <a:schemeClr val="tx1"/>
                </a:solidFill>
                <a:latin typeface="Times New Roman" panose="02020603050405020304" pitchFamily="18" charset="0"/>
                <a:cs typeface="Times New Roman" panose="02020603050405020304" pitchFamily="18" charset="0"/>
              </a:rPr>
              <a:t>' 
has 1 missing value, 'cholesterol' has 
10 missing values, and 'protein' has </a:t>
            </a:r>
            <a:r>
              <a:rPr lang="en-US" sz="1600" dirty="0">
                <a:solidFill>
                  <a:schemeClr val="tx1"/>
                </a:solidFill>
                <a:latin typeface="Times New Roman" panose="02020603050405020304" pitchFamily="18" charset="0"/>
                <a:cs typeface="Times New Roman" panose="02020603050405020304" pitchFamily="18" charset="0"/>
              </a:rPr>
              <a:t>1 Missing value </a:t>
            </a:r>
            <a:endParaRPr sz="1600" dirty="0">
              <a:solidFill>
                <a:schemeClr val="tx1"/>
              </a:solidFill>
              <a:latin typeface="Times New Roman" panose="02020603050405020304" pitchFamily="18" charset="0"/>
              <a:cs typeface="Times New Roman" panose="02020603050405020304" pitchFamily="18" charset="0"/>
            </a:endParaRPr>
          </a:p>
        </p:txBody>
      </p:sp>
      <p:sp>
        <p:nvSpPr>
          <p:cNvPr id="43" name="Shape840">
            <a:extLst>
              <a:ext uri="{FF2B5EF4-FFF2-40B4-BE49-F238E27FC236}">
                <a16:creationId xmlns:a16="http://schemas.microsoft.com/office/drawing/2014/main" id="{63D1621F-85B0-9E12-E889-FDC34B8A855D}"/>
              </a:ext>
            </a:extLst>
          </p:cNvPr>
          <p:cNvSpPr/>
          <p:nvPr>
            <p:custDataLst>
              <p:tags r:id="rId6"/>
            </p:custDataLst>
          </p:nvPr>
        </p:nvSpPr>
        <p:spPr>
          <a:xfrm>
            <a:off x="8999591" y="1791746"/>
            <a:ext cx="3151632"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To address the missing or null values,</a:t>
            </a:r>
            <a:r>
              <a:rPr lang="en-US" sz="160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we examined potential outliers in the</a:t>
            </a:r>
            <a:r>
              <a:rPr lang="en-US" sz="160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data by using a boxplot analysis</a:t>
            </a:r>
          </a:p>
        </p:txBody>
      </p:sp>
      <p:sp>
        <p:nvSpPr>
          <p:cNvPr id="44" name="Shape842">
            <a:extLst>
              <a:ext uri="{FF2B5EF4-FFF2-40B4-BE49-F238E27FC236}">
                <a16:creationId xmlns:a16="http://schemas.microsoft.com/office/drawing/2014/main" id="{657A4616-A4FA-7CD4-9A7F-12C0B1236117}"/>
              </a:ext>
            </a:extLst>
          </p:cNvPr>
          <p:cNvSpPr/>
          <p:nvPr>
            <p:custDataLst>
              <p:tags r:id="rId7"/>
            </p:custDataLst>
          </p:nvPr>
        </p:nvSpPr>
        <p:spPr>
          <a:xfrm>
            <a:off x="8999591" y="2660132"/>
            <a:ext cx="3028073" cy="1231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spcBef>
                <a:spcPct val="0"/>
              </a:spcBef>
              <a:spcAft>
                <a:spcPct val="0"/>
              </a:spcAft>
            </a:pPr>
            <a:r>
              <a:rPr sz="1600" dirty="0">
                <a:solidFill>
                  <a:schemeClr val="tx1"/>
                </a:solidFill>
                <a:latin typeface="Times New Roman" panose="02020603050405020304" pitchFamily="18" charset="0"/>
                <a:cs typeface="Times New Roman" panose="02020603050405020304" pitchFamily="18" charset="0"/>
              </a:rPr>
              <a:t>The analysis revealed the presence 
of outliers in the dataset, so 
we replaced the missing values with 
the median values of the respective 
columns</a:t>
            </a:r>
          </a:p>
        </p:txBody>
      </p:sp>
      <p:sp>
        <p:nvSpPr>
          <p:cNvPr id="45" name="Shape844">
            <a:extLst>
              <a:ext uri="{FF2B5EF4-FFF2-40B4-BE49-F238E27FC236}">
                <a16:creationId xmlns:a16="http://schemas.microsoft.com/office/drawing/2014/main" id="{83245EAF-883A-8D94-A860-15656A2C6409}"/>
              </a:ext>
            </a:extLst>
          </p:cNvPr>
          <p:cNvSpPr/>
          <p:nvPr>
            <p:custDataLst>
              <p:tags r:id="rId8"/>
            </p:custDataLst>
          </p:nvPr>
        </p:nvSpPr>
        <p:spPr>
          <a:xfrm>
            <a:off x="8999591" y="3949010"/>
            <a:ext cx="2508200" cy="22006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spcBef>
                <a:spcPct val="0"/>
              </a:spcBef>
              <a:spcAft>
                <a:spcPct val="0"/>
              </a:spcAft>
            </a:pPr>
            <a:r>
              <a:rPr lang="en-US" sz="1600" dirty="0">
                <a:solidFill>
                  <a:schemeClr val="tx1"/>
                </a:solidFill>
                <a:latin typeface="Times New Roman" panose="02020603050405020304" pitchFamily="18" charset="0"/>
                <a:cs typeface="Times New Roman" panose="02020603050405020304" pitchFamily="18" charset="0"/>
              </a:rPr>
              <a:t>There are two categorical columns in the dataset, which we converted into numerical values. For instance, we mapped 'f' to 0 and 'm' to 1, and used label encoding to transform the 'category' column into numeric form.</a:t>
            </a:r>
          </a:p>
          <a:p>
            <a:pPr algn="l">
              <a:lnSpc>
                <a:spcPct val="100000"/>
              </a:lnSpc>
              <a:spcBef>
                <a:spcPct val="0"/>
              </a:spcBef>
              <a:spcAft>
                <a:spcPct val="0"/>
              </a:spcAft>
            </a:pPr>
            <a:endParaRPr lang="en-IN" sz="1500" dirty="0">
              <a:solidFill>
                <a:schemeClr val="tx1"/>
              </a:solidFill>
              <a:latin typeface="Times New Roman" panose="02020603050405020304" pitchFamily="18" charset="0"/>
              <a:cs typeface="Times New Roman" panose="02020603050405020304" pitchFamily="18" charset="0"/>
            </a:endParaRPr>
          </a:p>
        </p:txBody>
      </p:sp>
      <p:grpSp>
        <p:nvGrpSpPr>
          <p:cNvPr id="46" name="Shape857">
            <a:extLst>
              <a:ext uri="{FF2B5EF4-FFF2-40B4-BE49-F238E27FC236}">
                <a16:creationId xmlns:a16="http://schemas.microsoft.com/office/drawing/2014/main" id="{18C992B3-CA38-6C09-88A5-0EC396C7A27D}"/>
              </a:ext>
            </a:extLst>
          </p:cNvPr>
          <p:cNvGrpSpPr/>
          <p:nvPr>
            <p:custDataLst>
              <p:tags r:id="rId9"/>
            </p:custDataLst>
          </p:nvPr>
        </p:nvGrpSpPr>
        <p:grpSpPr>
          <a:xfrm>
            <a:off x="865086" y="1498123"/>
            <a:ext cx="222830" cy="236486"/>
            <a:chOff x="-100782" y="1857679"/>
            <a:chExt cx="468000" cy="468000"/>
          </a:xfrm>
        </p:grpSpPr>
        <p:sp>
          <p:nvSpPr>
            <p:cNvPr id="47" name="Shape808">
              <a:extLst>
                <a:ext uri="{FF2B5EF4-FFF2-40B4-BE49-F238E27FC236}">
                  <a16:creationId xmlns:a16="http://schemas.microsoft.com/office/drawing/2014/main" id="{0240409A-1E0B-52FF-005A-D5B0F18EEB43}"/>
                </a:ext>
              </a:extLst>
            </p:cNvPr>
            <p:cNvSpPr/>
            <p:nvPr>
              <p:custDataLst>
                <p:tags r:id="rId31"/>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48" name="Shape810">
              <a:extLst>
                <a:ext uri="{FF2B5EF4-FFF2-40B4-BE49-F238E27FC236}">
                  <a16:creationId xmlns:a16="http://schemas.microsoft.com/office/drawing/2014/main" id="{12E2EA7E-8B1D-4B7B-22D0-67650C631AF9}"/>
                </a:ext>
              </a:extLst>
            </p:cNvPr>
            <p:cNvSpPr/>
            <p:nvPr>
              <p:custDataLst>
                <p:tags r:id="rId32"/>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49" name="Shape857">
            <a:extLst>
              <a:ext uri="{FF2B5EF4-FFF2-40B4-BE49-F238E27FC236}">
                <a16:creationId xmlns:a16="http://schemas.microsoft.com/office/drawing/2014/main" id="{897DAA44-3FB9-5C1C-C8CF-AF42B479E56A}"/>
              </a:ext>
            </a:extLst>
          </p:cNvPr>
          <p:cNvGrpSpPr/>
          <p:nvPr>
            <p:custDataLst>
              <p:tags r:id="rId10"/>
            </p:custDataLst>
          </p:nvPr>
        </p:nvGrpSpPr>
        <p:grpSpPr>
          <a:xfrm>
            <a:off x="4773036" y="1410943"/>
            <a:ext cx="222830" cy="236486"/>
            <a:chOff x="-100782" y="1857679"/>
            <a:chExt cx="468000" cy="468000"/>
          </a:xfrm>
        </p:grpSpPr>
        <p:sp>
          <p:nvSpPr>
            <p:cNvPr id="50" name="Shape808">
              <a:extLst>
                <a:ext uri="{FF2B5EF4-FFF2-40B4-BE49-F238E27FC236}">
                  <a16:creationId xmlns:a16="http://schemas.microsoft.com/office/drawing/2014/main" id="{7FD57B8C-D130-F20D-CE5F-7D3787BB7260}"/>
                </a:ext>
              </a:extLst>
            </p:cNvPr>
            <p:cNvSpPr/>
            <p:nvPr>
              <p:custDataLst>
                <p:tags r:id="rId29"/>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51" name="Shape810">
              <a:extLst>
                <a:ext uri="{FF2B5EF4-FFF2-40B4-BE49-F238E27FC236}">
                  <a16:creationId xmlns:a16="http://schemas.microsoft.com/office/drawing/2014/main" id="{D8D0D222-A4F7-D9DC-8C04-F8C6E2D7655A}"/>
                </a:ext>
              </a:extLst>
            </p:cNvPr>
            <p:cNvSpPr/>
            <p:nvPr>
              <p:custDataLst>
                <p:tags r:id="rId30"/>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52" name="Shape857">
            <a:extLst>
              <a:ext uri="{FF2B5EF4-FFF2-40B4-BE49-F238E27FC236}">
                <a16:creationId xmlns:a16="http://schemas.microsoft.com/office/drawing/2014/main" id="{320D4735-2D90-B732-88A5-54F73821EBC6}"/>
              </a:ext>
            </a:extLst>
          </p:cNvPr>
          <p:cNvGrpSpPr/>
          <p:nvPr>
            <p:custDataLst>
              <p:tags r:id="rId11"/>
            </p:custDataLst>
          </p:nvPr>
        </p:nvGrpSpPr>
        <p:grpSpPr>
          <a:xfrm>
            <a:off x="4736571" y="2580361"/>
            <a:ext cx="222830" cy="236486"/>
            <a:chOff x="-100782" y="1857679"/>
            <a:chExt cx="468000" cy="468000"/>
          </a:xfrm>
        </p:grpSpPr>
        <p:sp>
          <p:nvSpPr>
            <p:cNvPr id="53" name="Shape808">
              <a:extLst>
                <a:ext uri="{FF2B5EF4-FFF2-40B4-BE49-F238E27FC236}">
                  <a16:creationId xmlns:a16="http://schemas.microsoft.com/office/drawing/2014/main" id="{6C1600E6-EE79-A216-3E5F-8D6FF772D080}"/>
                </a:ext>
              </a:extLst>
            </p:cNvPr>
            <p:cNvSpPr/>
            <p:nvPr>
              <p:custDataLst>
                <p:tags r:id="rId27"/>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54" name="Shape810">
              <a:extLst>
                <a:ext uri="{FF2B5EF4-FFF2-40B4-BE49-F238E27FC236}">
                  <a16:creationId xmlns:a16="http://schemas.microsoft.com/office/drawing/2014/main" id="{9EB74534-5198-5F59-F42F-4D3536BCC4AE}"/>
                </a:ext>
              </a:extLst>
            </p:cNvPr>
            <p:cNvSpPr/>
            <p:nvPr>
              <p:custDataLst>
                <p:tags r:id="rId28"/>
              </p:custDataLst>
            </p:nvPr>
          </p:nvSpPr>
          <p:spPr>
            <a:xfrm rot="2700000">
              <a:off x="25217" y="1981956"/>
              <a:ext cx="215999" cy="216001"/>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dirty="0">
                <a:solidFill>
                  <a:srgbClr val="000000"/>
                </a:solidFill>
                <a:latin typeface="Times New Roman" panose="02020603050405020304" pitchFamily="18" charset="0"/>
                <a:cs typeface="Times New Roman" panose="02020603050405020304" pitchFamily="18" charset="0"/>
              </a:endParaRPr>
            </a:p>
          </p:txBody>
        </p:sp>
      </p:grpSp>
      <p:grpSp>
        <p:nvGrpSpPr>
          <p:cNvPr id="55" name="Shape857">
            <a:extLst>
              <a:ext uri="{FF2B5EF4-FFF2-40B4-BE49-F238E27FC236}">
                <a16:creationId xmlns:a16="http://schemas.microsoft.com/office/drawing/2014/main" id="{8E2A4504-05CB-E1FA-0B6C-E6046250736E}"/>
              </a:ext>
            </a:extLst>
          </p:cNvPr>
          <p:cNvGrpSpPr/>
          <p:nvPr>
            <p:custDataLst>
              <p:tags r:id="rId12"/>
            </p:custDataLst>
          </p:nvPr>
        </p:nvGrpSpPr>
        <p:grpSpPr>
          <a:xfrm>
            <a:off x="4709984" y="3481039"/>
            <a:ext cx="222830" cy="236486"/>
            <a:chOff x="-100782" y="1857679"/>
            <a:chExt cx="468000" cy="468000"/>
          </a:xfrm>
        </p:grpSpPr>
        <p:sp>
          <p:nvSpPr>
            <p:cNvPr id="56" name="Shape808">
              <a:extLst>
                <a:ext uri="{FF2B5EF4-FFF2-40B4-BE49-F238E27FC236}">
                  <a16:creationId xmlns:a16="http://schemas.microsoft.com/office/drawing/2014/main" id="{BFDCA025-9FB8-687D-2AD9-889555F20A0D}"/>
                </a:ext>
              </a:extLst>
            </p:cNvPr>
            <p:cNvSpPr/>
            <p:nvPr>
              <p:custDataLst>
                <p:tags r:id="rId25"/>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57" name="Shape810">
              <a:extLst>
                <a:ext uri="{FF2B5EF4-FFF2-40B4-BE49-F238E27FC236}">
                  <a16:creationId xmlns:a16="http://schemas.microsoft.com/office/drawing/2014/main" id="{7D29C341-CD3B-CD9F-16B7-D57F654F7569}"/>
                </a:ext>
              </a:extLst>
            </p:cNvPr>
            <p:cNvSpPr/>
            <p:nvPr>
              <p:custDataLst>
                <p:tags r:id="rId26"/>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58" name="Shape857">
            <a:extLst>
              <a:ext uri="{FF2B5EF4-FFF2-40B4-BE49-F238E27FC236}">
                <a16:creationId xmlns:a16="http://schemas.microsoft.com/office/drawing/2014/main" id="{94D52C76-B0E3-5A6A-B494-B846D9CC53E8}"/>
              </a:ext>
            </a:extLst>
          </p:cNvPr>
          <p:cNvGrpSpPr/>
          <p:nvPr>
            <p:custDataLst>
              <p:tags r:id="rId13"/>
            </p:custDataLst>
          </p:nvPr>
        </p:nvGrpSpPr>
        <p:grpSpPr>
          <a:xfrm>
            <a:off x="8725015" y="1872608"/>
            <a:ext cx="222830" cy="236486"/>
            <a:chOff x="-100782" y="1857679"/>
            <a:chExt cx="468000" cy="468000"/>
          </a:xfrm>
        </p:grpSpPr>
        <p:sp>
          <p:nvSpPr>
            <p:cNvPr id="59" name="Shape808">
              <a:extLst>
                <a:ext uri="{FF2B5EF4-FFF2-40B4-BE49-F238E27FC236}">
                  <a16:creationId xmlns:a16="http://schemas.microsoft.com/office/drawing/2014/main" id="{1E76820D-06FC-D8E7-8407-8296BD8C484E}"/>
                </a:ext>
              </a:extLst>
            </p:cNvPr>
            <p:cNvSpPr/>
            <p:nvPr>
              <p:custDataLst>
                <p:tags r:id="rId23"/>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60" name="Shape810">
              <a:extLst>
                <a:ext uri="{FF2B5EF4-FFF2-40B4-BE49-F238E27FC236}">
                  <a16:creationId xmlns:a16="http://schemas.microsoft.com/office/drawing/2014/main" id="{1F51B29A-721B-7AD9-8EA5-CEF9D63EA4AF}"/>
                </a:ext>
              </a:extLst>
            </p:cNvPr>
            <p:cNvSpPr/>
            <p:nvPr>
              <p:custDataLst>
                <p:tags r:id="rId24"/>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61" name="Shape857">
            <a:extLst>
              <a:ext uri="{FF2B5EF4-FFF2-40B4-BE49-F238E27FC236}">
                <a16:creationId xmlns:a16="http://schemas.microsoft.com/office/drawing/2014/main" id="{A2C98930-2839-2D7C-8B8C-2B42321B2A1C}"/>
              </a:ext>
            </a:extLst>
          </p:cNvPr>
          <p:cNvGrpSpPr/>
          <p:nvPr>
            <p:custDataLst>
              <p:tags r:id="rId14"/>
            </p:custDataLst>
          </p:nvPr>
        </p:nvGrpSpPr>
        <p:grpSpPr>
          <a:xfrm>
            <a:off x="8688551" y="2769312"/>
            <a:ext cx="222830" cy="236486"/>
            <a:chOff x="-100782" y="1857679"/>
            <a:chExt cx="468000" cy="468000"/>
          </a:xfrm>
        </p:grpSpPr>
        <p:sp>
          <p:nvSpPr>
            <p:cNvPr id="62" name="Shape808">
              <a:extLst>
                <a:ext uri="{FF2B5EF4-FFF2-40B4-BE49-F238E27FC236}">
                  <a16:creationId xmlns:a16="http://schemas.microsoft.com/office/drawing/2014/main" id="{CBDFD8C9-4CEE-8549-DF4A-3C981A1D0D33}"/>
                </a:ext>
              </a:extLst>
            </p:cNvPr>
            <p:cNvSpPr/>
            <p:nvPr>
              <p:custDataLst>
                <p:tags r:id="rId21"/>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63" name="Shape810">
              <a:extLst>
                <a:ext uri="{FF2B5EF4-FFF2-40B4-BE49-F238E27FC236}">
                  <a16:creationId xmlns:a16="http://schemas.microsoft.com/office/drawing/2014/main" id="{8B99BCF6-0FB7-A5F7-2F15-84ED4894373C}"/>
                </a:ext>
              </a:extLst>
            </p:cNvPr>
            <p:cNvSpPr/>
            <p:nvPr>
              <p:custDataLst>
                <p:tags r:id="rId22"/>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64" name="Shape857">
            <a:extLst>
              <a:ext uri="{FF2B5EF4-FFF2-40B4-BE49-F238E27FC236}">
                <a16:creationId xmlns:a16="http://schemas.microsoft.com/office/drawing/2014/main" id="{5AF2E0A0-FA5A-5792-D6CE-004FA9DC1504}"/>
              </a:ext>
            </a:extLst>
          </p:cNvPr>
          <p:cNvGrpSpPr/>
          <p:nvPr>
            <p:custDataLst>
              <p:tags r:id="rId15"/>
            </p:custDataLst>
          </p:nvPr>
        </p:nvGrpSpPr>
        <p:grpSpPr>
          <a:xfrm>
            <a:off x="8688551" y="4010565"/>
            <a:ext cx="222830" cy="236486"/>
            <a:chOff x="-100782" y="1857679"/>
            <a:chExt cx="468000" cy="468000"/>
          </a:xfrm>
        </p:grpSpPr>
        <p:sp>
          <p:nvSpPr>
            <p:cNvPr id="65" name="Shape808">
              <a:extLst>
                <a:ext uri="{FF2B5EF4-FFF2-40B4-BE49-F238E27FC236}">
                  <a16:creationId xmlns:a16="http://schemas.microsoft.com/office/drawing/2014/main" id="{1B65A0C5-56ED-44A8-FCB8-5A51E2A8C036}"/>
                </a:ext>
              </a:extLst>
            </p:cNvPr>
            <p:cNvSpPr/>
            <p:nvPr>
              <p:custDataLst>
                <p:tags r:id="rId19"/>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66" name="Shape810">
              <a:extLst>
                <a:ext uri="{FF2B5EF4-FFF2-40B4-BE49-F238E27FC236}">
                  <a16:creationId xmlns:a16="http://schemas.microsoft.com/office/drawing/2014/main" id="{E7F3FA9B-1897-090A-8FED-696DA45BA13A}"/>
                </a:ext>
              </a:extLst>
            </p:cNvPr>
            <p:cNvSpPr/>
            <p:nvPr>
              <p:custDataLst>
                <p:tags r:id="rId20"/>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67" name="Shape857">
            <a:extLst>
              <a:ext uri="{FF2B5EF4-FFF2-40B4-BE49-F238E27FC236}">
                <a16:creationId xmlns:a16="http://schemas.microsoft.com/office/drawing/2014/main" id="{F30C699F-EA5D-BB25-5EBC-425FA9AA09DF}"/>
              </a:ext>
            </a:extLst>
          </p:cNvPr>
          <p:cNvGrpSpPr/>
          <p:nvPr>
            <p:custDataLst>
              <p:tags r:id="rId16"/>
            </p:custDataLst>
          </p:nvPr>
        </p:nvGrpSpPr>
        <p:grpSpPr>
          <a:xfrm>
            <a:off x="905329" y="5049311"/>
            <a:ext cx="222830" cy="236486"/>
            <a:chOff x="-100782" y="1857679"/>
            <a:chExt cx="468000" cy="468000"/>
          </a:xfrm>
        </p:grpSpPr>
        <p:sp>
          <p:nvSpPr>
            <p:cNvPr id="68" name="Shape808">
              <a:extLst>
                <a:ext uri="{FF2B5EF4-FFF2-40B4-BE49-F238E27FC236}">
                  <a16:creationId xmlns:a16="http://schemas.microsoft.com/office/drawing/2014/main" id="{BDAECCD8-F2B5-3348-6004-710651173CCB}"/>
                </a:ext>
              </a:extLst>
            </p:cNvPr>
            <p:cNvSpPr/>
            <p:nvPr>
              <p:custDataLst>
                <p:tags r:id="rId17"/>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69" name="Shape810">
              <a:extLst>
                <a:ext uri="{FF2B5EF4-FFF2-40B4-BE49-F238E27FC236}">
                  <a16:creationId xmlns:a16="http://schemas.microsoft.com/office/drawing/2014/main" id="{1706953E-510D-D3B1-4745-4D7111DEBF1C}"/>
                </a:ext>
              </a:extLst>
            </p:cNvPr>
            <p:cNvSpPr/>
            <p:nvPr>
              <p:custDataLst>
                <p:tags r:id="rId18"/>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dirty="0">
                <a:solidFill>
                  <a:srgbClr val="00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675861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Shape857"/>
          <p:cNvGrpSpPr/>
          <p:nvPr>
            <p:custDataLst>
              <p:tags r:id="rId1"/>
            </p:custDataLst>
          </p:nvPr>
        </p:nvGrpSpPr>
        <p:grpSpPr>
          <a:xfrm>
            <a:off x="534218" y="2492679"/>
            <a:ext cx="468000" cy="468000"/>
            <a:chOff x="-100782" y="1857679"/>
            <a:chExt cx="468000" cy="468000"/>
          </a:xfrm>
        </p:grpSpPr>
        <p:sp>
          <p:nvSpPr>
            <p:cNvPr id="58" name="Shape808">
              <a:extLst>
                <a:ext uri="{FF2B5EF4-FFF2-40B4-BE49-F238E27FC236}">
                  <a16:creationId xmlns:a16="http://schemas.microsoft.com/office/drawing/2014/main" id="{D05E8DD2-D25F-FA18-B8FA-5F941B44E330}"/>
                </a:ext>
              </a:extLst>
            </p:cNvPr>
            <p:cNvSpPr/>
            <p:nvPr>
              <p:custDataLst>
                <p:tags r:id="rId34"/>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59" name="Shape810">
              <a:extLst>
                <a:ext uri="{FF2B5EF4-FFF2-40B4-BE49-F238E27FC236}">
                  <a16:creationId xmlns:a16="http://schemas.microsoft.com/office/drawing/2014/main" id="{C410D44B-3624-F6F7-AE80-5BA20B3D0921}"/>
                </a:ext>
              </a:extLst>
            </p:cNvPr>
            <p:cNvSpPr/>
            <p:nvPr>
              <p:custDataLst>
                <p:tags r:id="rId35"/>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sp>
        <p:nvSpPr>
          <p:cNvPr id="60" name="Shape834"/>
          <p:cNvSpPr/>
          <p:nvPr>
            <p:custDataLst>
              <p:tags r:id="rId2"/>
            </p:custDataLst>
          </p:nvPr>
        </p:nvSpPr>
        <p:spPr>
          <a:xfrm>
            <a:off x="1254218" y="2611263"/>
            <a:ext cx="1663661"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b="1" u="sng" dirty="0">
                <a:solidFill>
                  <a:srgbClr val="000000"/>
                </a:solidFill>
                <a:latin typeface="Times New Roman" panose="02020603050405020304" pitchFamily="18" charset="0"/>
                <a:cs typeface="Times New Roman" panose="02020603050405020304" pitchFamily="18" charset="0"/>
              </a:rPr>
              <a:t>Capping Technique</a:t>
            </a:r>
            <a:r>
              <a:rPr sz="1500" b="1" dirty="0">
                <a:solidFill>
                  <a:srgbClr val="000000"/>
                </a:solidFill>
                <a:latin typeface="Times New Roman" panose="02020603050405020304" pitchFamily="18" charset="0"/>
                <a:cs typeface="Times New Roman" panose="02020603050405020304" pitchFamily="18" charset="0"/>
              </a:rPr>
              <a:t>:</a:t>
            </a:r>
          </a:p>
        </p:txBody>
      </p:sp>
      <p:grpSp>
        <p:nvGrpSpPr>
          <p:cNvPr id="61" name="Shape858"/>
          <p:cNvGrpSpPr/>
          <p:nvPr>
            <p:custDataLst>
              <p:tags r:id="rId3"/>
            </p:custDataLst>
          </p:nvPr>
        </p:nvGrpSpPr>
        <p:grpSpPr>
          <a:xfrm>
            <a:off x="1254218" y="3176679"/>
            <a:ext cx="180000" cy="180000"/>
            <a:chOff x="619218" y="2541679"/>
            <a:chExt cx="180000" cy="180000"/>
          </a:xfrm>
        </p:grpSpPr>
        <p:sp>
          <p:nvSpPr>
            <p:cNvPr id="62" name="Shape811">
              <a:extLst>
                <a:ext uri="{FF2B5EF4-FFF2-40B4-BE49-F238E27FC236}">
                  <a16:creationId xmlns:a16="http://schemas.microsoft.com/office/drawing/2014/main" id="{C8C84C16-C42D-0D89-59F6-5C8AC89F7B3A}"/>
                </a:ext>
              </a:extLst>
            </p:cNvPr>
            <p:cNvSpPr/>
            <p:nvPr>
              <p:custDataLst>
                <p:tags r:id="rId33"/>
              </p:custDataLst>
            </p:nvPr>
          </p:nvSpPr>
          <p:spPr>
            <a:xfrm rot="2700000">
              <a:off x="619218" y="2541679"/>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sp>
        <p:nvSpPr>
          <p:cNvPr id="63" name="Shape836"/>
          <p:cNvSpPr/>
          <p:nvPr>
            <p:custDataLst>
              <p:tags r:id="rId4"/>
            </p:custDataLst>
          </p:nvPr>
        </p:nvSpPr>
        <p:spPr>
          <a:xfrm>
            <a:off x="1578218" y="3120532"/>
            <a:ext cx="2097882"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Outlier values are replaced 
with the upper or lower 
extreme values</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grpSp>
        <p:nvGrpSpPr>
          <p:cNvPr id="64" name="Shape859"/>
          <p:cNvGrpSpPr/>
          <p:nvPr>
            <p:custDataLst>
              <p:tags r:id="rId5"/>
            </p:custDataLst>
          </p:nvPr>
        </p:nvGrpSpPr>
        <p:grpSpPr>
          <a:xfrm>
            <a:off x="1254218" y="3920983"/>
            <a:ext cx="180000" cy="180000"/>
            <a:chOff x="619218" y="3285983"/>
            <a:chExt cx="180000" cy="180000"/>
          </a:xfrm>
        </p:grpSpPr>
        <p:sp>
          <p:nvSpPr>
            <p:cNvPr id="65" name="Shape811">
              <a:extLst>
                <a:ext uri="{FF2B5EF4-FFF2-40B4-BE49-F238E27FC236}">
                  <a16:creationId xmlns:a16="http://schemas.microsoft.com/office/drawing/2014/main" id="{C8C84C16-C42D-0D89-59F6-5C8AC89F7B3A}"/>
                </a:ext>
              </a:extLst>
            </p:cNvPr>
            <p:cNvSpPr/>
            <p:nvPr>
              <p:custDataLst>
                <p:tags r:id="rId32"/>
              </p:custDataLst>
            </p:nvPr>
          </p:nvSpPr>
          <p:spPr>
            <a:xfrm rot="2700000">
              <a:off x="619218" y="3285983"/>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sp>
        <p:nvSpPr>
          <p:cNvPr id="66" name="Shape838"/>
          <p:cNvSpPr/>
          <p:nvPr>
            <p:custDataLst>
              <p:tags r:id="rId6"/>
            </p:custDataLst>
          </p:nvPr>
        </p:nvSpPr>
        <p:spPr>
          <a:xfrm>
            <a:off x="1578218" y="3864837"/>
            <a:ext cx="2207271"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Values above the upper 
extreme are replaced by the 
upper extreme value</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grpSp>
        <p:nvGrpSpPr>
          <p:cNvPr id="67" name="Shape860"/>
          <p:cNvGrpSpPr/>
          <p:nvPr>
            <p:custDataLst>
              <p:tags r:id="rId7"/>
            </p:custDataLst>
          </p:nvPr>
        </p:nvGrpSpPr>
        <p:grpSpPr>
          <a:xfrm>
            <a:off x="1254218" y="4665287"/>
            <a:ext cx="180000" cy="180000"/>
            <a:chOff x="619218" y="4030287"/>
            <a:chExt cx="180000" cy="180000"/>
          </a:xfrm>
        </p:grpSpPr>
        <p:sp>
          <p:nvSpPr>
            <p:cNvPr id="68" name="Shape811">
              <a:extLst>
                <a:ext uri="{FF2B5EF4-FFF2-40B4-BE49-F238E27FC236}">
                  <a16:creationId xmlns:a16="http://schemas.microsoft.com/office/drawing/2014/main" id="{C8C84C16-C42D-0D89-59F6-5C8AC89F7B3A}"/>
                </a:ext>
              </a:extLst>
            </p:cNvPr>
            <p:cNvSpPr/>
            <p:nvPr>
              <p:custDataLst>
                <p:tags r:id="rId31"/>
              </p:custDataLst>
            </p:nvPr>
          </p:nvSpPr>
          <p:spPr>
            <a:xfrm rot="2700000">
              <a:off x="619218" y="4030287"/>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sp>
        <p:nvSpPr>
          <p:cNvPr id="69" name="Shape840"/>
          <p:cNvSpPr/>
          <p:nvPr>
            <p:custDataLst>
              <p:tags r:id="rId8"/>
            </p:custDataLst>
          </p:nvPr>
        </p:nvSpPr>
        <p:spPr>
          <a:xfrm>
            <a:off x="1578218" y="4586057"/>
            <a:ext cx="2325958"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nSpc>
                <a:spcPct val="100000"/>
              </a:lnSpc>
              <a:spcBef>
                <a:spcPct val="0"/>
              </a:spcBef>
              <a:spcAft>
                <a:spcPct val="0"/>
              </a:spcAft>
            </a:pPr>
            <a:r>
              <a:rPr sz="1600" dirty="0">
                <a:solidFill>
                  <a:srgbClr val="000000"/>
                </a:solidFill>
                <a:latin typeface="Times New Roman" panose="02020603050405020304" pitchFamily="18" charset="0"/>
                <a:cs typeface="Times New Roman" panose="02020603050405020304" pitchFamily="18" charset="0"/>
              </a:rPr>
              <a:t>Values below the lower 
extreme are replaced by the 
lower extreme value</a:t>
            </a:r>
            <a:r>
              <a:rPr lang="en-US" sz="1600" dirty="0">
                <a:solidFill>
                  <a:srgbClr val="000000"/>
                </a:solidFill>
                <a:latin typeface="Times New Roman" panose="02020603050405020304" pitchFamily="18" charset="0"/>
                <a:cs typeface="Times New Roman" panose="02020603050405020304" pitchFamily="18" charset="0"/>
              </a:rPr>
              <a:t>.</a:t>
            </a:r>
            <a:endParaRPr sz="1600" dirty="0">
              <a:solidFill>
                <a:srgbClr val="000000"/>
              </a:solidFill>
              <a:latin typeface="Times New Roman" panose="02020603050405020304" pitchFamily="18" charset="0"/>
              <a:cs typeface="Times New Roman" panose="02020603050405020304" pitchFamily="18" charset="0"/>
            </a:endParaRPr>
          </a:p>
        </p:txBody>
      </p:sp>
      <p:grpSp>
        <p:nvGrpSpPr>
          <p:cNvPr id="70" name="Shape861"/>
          <p:cNvGrpSpPr/>
          <p:nvPr>
            <p:custDataLst>
              <p:tags r:id="rId9"/>
            </p:custDataLst>
          </p:nvPr>
        </p:nvGrpSpPr>
        <p:grpSpPr>
          <a:xfrm>
            <a:off x="8176052" y="2492679"/>
            <a:ext cx="468000" cy="468000"/>
            <a:chOff x="7541052" y="1857679"/>
            <a:chExt cx="468000" cy="468000"/>
          </a:xfrm>
        </p:grpSpPr>
        <p:sp>
          <p:nvSpPr>
            <p:cNvPr id="71" name="Shape808">
              <a:extLst>
                <a:ext uri="{FF2B5EF4-FFF2-40B4-BE49-F238E27FC236}">
                  <a16:creationId xmlns:a16="http://schemas.microsoft.com/office/drawing/2014/main" id="{D05E8DD2-D25F-FA18-B8FA-5F941B44E330}"/>
                </a:ext>
              </a:extLst>
            </p:cNvPr>
            <p:cNvSpPr/>
            <p:nvPr>
              <p:custDataLst>
                <p:tags r:id="rId29"/>
              </p:custDataLst>
            </p:nvPr>
          </p:nvSpPr>
          <p:spPr>
            <a:xfrm>
              <a:off x="754105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72" name="Shape810">
              <a:extLst>
                <a:ext uri="{FF2B5EF4-FFF2-40B4-BE49-F238E27FC236}">
                  <a16:creationId xmlns:a16="http://schemas.microsoft.com/office/drawing/2014/main" id="{C410D44B-3624-F6F7-AE80-5BA20B3D0921}"/>
                </a:ext>
              </a:extLst>
            </p:cNvPr>
            <p:cNvSpPr/>
            <p:nvPr>
              <p:custDataLst>
                <p:tags r:id="rId30"/>
              </p:custDataLst>
            </p:nvPr>
          </p:nvSpPr>
          <p:spPr>
            <a:xfrm rot="2700000">
              <a:off x="7667051"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sp>
        <p:nvSpPr>
          <p:cNvPr id="73" name="Shape842"/>
          <p:cNvSpPr/>
          <p:nvPr>
            <p:custDataLst>
              <p:tags r:id="rId10"/>
            </p:custDataLst>
          </p:nvPr>
        </p:nvSpPr>
        <p:spPr>
          <a:xfrm>
            <a:off x="8896052" y="2611263"/>
            <a:ext cx="1772665"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b="1" u="sng" dirty="0">
                <a:solidFill>
                  <a:srgbClr val="000000"/>
                </a:solidFill>
                <a:latin typeface="Times New Roman" panose="02020603050405020304" pitchFamily="18" charset="0"/>
                <a:cs typeface="Times New Roman" panose="02020603050405020304" pitchFamily="18" charset="0"/>
              </a:rPr>
              <a:t>Outlier Replacement</a:t>
            </a:r>
            <a:r>
              <a:rPr sz="1500" b="1" dirty="0">
                <a:solidFill>
                  <a:srgbClr val="000000"/>
                </a:solidFill>
                <a:latin typeface="Times New Roman" panose="02020603050405020304" pitchFamily="18" charset="0"/>
                <a:cs typeface="Times New Roman" panose="02020603050405020304" pitchFamily="18" charset="0"/>
              </a:rPr>
              <a:t>:</a:t>
            </a:r>
          </a:p>
        </p:txBody>
      </p:sp>
      <p:grpSp>
        <p:nvGrpSpPr>
          <p:cNvPr id="74" name="Shape862"/>
          <p:cNvGrpSpPr/>
          <p:nvPr>
            <p:custDataLst>
              <p:tags r:id="rId11"/>
            </p:custDataLst>
          </p:nvPr>
        </p:nvGrpSpPr>
        <p:grpSpPr>
          <a:xfrm>
            <a:off x="8896055" y="3176679"/>
            <a:ext cx="180000" cy="180000"/>
            <a:chOff x="8261055" y="2541679"/>
            <a:chExt cx="180000" cy="180000"/>
          </a:xfrm>
        </p:grpSpPr>
        <p:sp>
          <p:nvSpPr>
            <p:cNvPr id="75" name="Shape811">
              <a:extLst>
                <a:ext uri="{FF2B5EF4-FFF2-40B4-BE49-F238E27FC236}">
                  <a16:creationId xmlns:a16="http://schemas.microsoft.com/office/drawing/2014/main" id="{C8C84C16-C42D-0D89-59F6-5C8AC89F7B3A}"/>
                </a:ext>
              </a:extLst>
            </p:cNvPr>
            <p:cNvSpPr/>
            <p:nvPr>
              <p:custDataLst>
                <p:tags r:id="rId28"/>
              </p:custDataLst>
            </p:nvPr>
          </p:nvSpPr>
          <p:spPr>
            <a:xfrm rot="2700000">
              <a:off x="8261055" y="2541679"/>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sp>
        <p:nvSpPr>
          <p:cNvPr id="76" name="Shape844"/>
          <p:cNvSpPr/>
          <p:nvPr>
            <p:custDataLst>
              <p:tags r:id="rId12"/>
            </p:custDataLst>
          </p:nvPr>
        </p:nvSpPr>
        <p:spPr>
          <a:xfrm>
            <a:off x="9220055" y="3120532"/>
            <a:ext cx="2302040"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For these columns, the upper 
and lower extreme values 
were identified</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grpSp>
        <p:nvGrpSpPr>
          <p:cNvPr id="77" name="Shape863"/>
          <p:cNvGrpSpPr/>
          <p:nvPr>
            <p:custDataLst>
              <p:tags r:id="rId13"/>
            </p:custDataLst>
          </p:nvPr>
        </p:nvGrpSpPr>
        <p:grpSpPr>
          <a:xfrm>
            <a:off x="8896055" y="3920983"/>
            <a:ext cx="180000" cy="180000"/>
            <a:chOff x="8261055" y="3285983"/>
            <a:chExt cx="180000" cy="180000"/>
          </a:xfrm>
        </p:grpSpPr>
        <p:sp>
          <p:nvSpPr>
            <p:cNvPr id="78" name="Shape811">
              <a:extLst>
                <a:ext uri="{FF2B5EF4-FFF2-40B4-BE49-F238E27FC236}">
                  <a16:creationId xmlns:a16="http://schemas.microsoft.com/office/drawing/2014/main" id="{C8C84C16-C42D-0D89-59F6-5C8AC89F7B3A}"/>
                </a:ext>
              </a:extLst>
            </p:cNvPr>
            <p:cNvSpPr/>
            <p:nvPr>
              <p:custDataLst>
                <p:tags r:id="rId27"/>
              </p:custDataLst>
            </p:nvPr>
          </p:nvSpPr>
          <p:spPr>
            <a:xfrm rot="2700000">
              <a:off x="8261055" y="3285983"/>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sp>
        <p:nvSpPr>
          <p:cNvPr id="79" name="Shape846"/>
          <p:cNvSpPr/>
          <p:nvPr>
            <p:custDataLst>
              <p:tags r:id="rId14"/>
            </p:custDataLst>
          </p:nvPr>
        </p:nvSpPr>
        <p:spPr>
          <a:xfrm>
            <a:off x="9220055" y="3834105"/>
            <a:ext cx="2308965" cy="11541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Outliers were then replaced 
with the appropriate extreme 
values, ensuring data 
consistency and quality 
for further analysis</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grpSp>
        <p:nvGrpSpPr>
          <p:cNvPr id="80" name="Shape864"/>
          <p:cNvGrpSpPr/>
          <p:nvPr>
            <p:custDataLst>
              <p:tags r:id="rId15"/>
            </p:custDataLst>
          </p:nvPr>
        </p:nvGrpSpPr>
        <p:grpSpPr>
          <a:xfrm>
            <a:off x="4350594" y="2492679"/>
            <a:ext cx="468000" cy="468000"/>
            <a:chOff x="3715594" y="1857679"/>
            <a:chExt cx="468000" cy="468000"/>
          </a:xfrm>
        </p:grpSpPr>
        <p:sp>
          <p:nvSpPr>
            <p:cNvPr id="81" name="Shape808">
              <a:extLst>
                <a:ext uri="{FF2B5EF4-FFF2-40B4-BE49-F238E27FC236}">
                  <a16:creationId xmlns:a16="http://schemas.microsoft.com/office/drawing/2014/main" id="{D05E8DD2-D25F-FA18-B8FA-5F941B44E330}"/>
                </a:ext>
              </a:extLst>
            </p:cNvPr>
            <p:cNvSpPr/>
            <p:nvPr>
              <p:custDataLst>
                <p:tags r:id="rId25"/>
              </p:custDataLst>
            </p:nvPr>
          </p:nvSpPr>
          <p:spPr>
            <a:xfrm>
              <a:off x="3715594"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82" name="Shape810">
              <a:extLst>
                <a:ext uri="{FF2B5EF4-FFF2-40B4-BE49-F238E27FC236}">
                  <a16:creationId xmlns:a16="http://schemas.microsoft.com/office/drawing/2014/main" id="{C410D44B-3624-F6F7-AE80-5BA20B3D0921}"/>
                </a:ext>
              </a:extLst>
            </p:cNvPr>
            <p:cNvSpPr/>
            <p:nvPr>
              <p:custDataLst>
                <p:tags r:id="rId26"/>
              </p:custDataLst>
            </p:nvPr>
          </p:nvSpPr>
          <p:spPr>
            <a:xfrm rot="2700000">
              <a:off x="3841594"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sp>
        <p:nvSpPr>
          <p:cNvPr id="83" name="Shape848"/>
          <p:cNvSpPr/>
          <p:nvPr>
            <p:custDataLst>
              <p:tags r:id="rId16"/>
            </p:custDataLst>
          </p:nvPr>
        </p:nvSpPr>
        <p:spPr>
          <a:xfrm>
            <a:off x="5070594" y="2611263"/>
            <a:ext cx="2106089" cy="2308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b="1" u="sng" dirty="0">
                <a:solidFill>
                  <a:srgbClr val="000000"/>
                </a:solidFill>
                <a:latin typeface="Times New Roman" panose="02020603050405020304" pitchFamily="18" charset="0"/>
                <a:cs typeface="Times New Roman" panose="02020603050405020304" pitchFamily="18" charset="0"/>
              </a:rPr>
              <a:t>Handling Missing Values</a:t>
            </a:r>
            <a:r>
              <a:rPr sz="1500" b="1" dirty="0">
                <a:solidFill>
                  <a:srgbClr val="000000"/>
                </a:solidFill>
                <a:latin typeface="Times New Roman" panose="02020603050405020304" pitchFamily="18" charset="0"/>
                <a:cs typeface="Times New Roman" panose="02020603050405020304" pitchFamily="18" charset="0"/>
              </a:rPr>
              <a:t>:</a:t>
            </a:r>
          </a:p>
        </p:txBody>
      </p:sp>
      <p:sp>
        <p:nvSpPr>
          <p:cNvPr id="86" name="Shape850"/>
          <p:cNvSpPr/>
          <p:nvPr>
            <p:custDataLst>
              <p:tags r:id="rId17"/>
            </p:custDataLst>
          </p:nvPr>
        </p:nvSpPr>
        <p:spPr>
          <a:xfrm>
            <a:off x="5607819" y="3056272"/>
            <a:ext cx="2159245"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Columns with missing 
values include: 'albumin' (1 
missing value</a:t>
            </a:r>
            <a:r>
              <a:rPr sz="1500" b="1" dirty="0">
                <a:solidFill>
                  <a:srgbClr val="000000"/>
                </a:solidFill>
                <a:latin typeface="Times New Roman" panose="02020603050405020304" pitchFamily="18" charset="0"/>
                <a:cs typeface="Times New Roman" panose="02020603050405020304" pitchFamily="18" charset="0"/>
              </a:rPr>
              <a:t>)</a:t>
            </a:r>
          </a:p>
        </p:txBody>
      </p:sp>
      <p:sp>
        <p:nvSpPr>
          <p:cNvPr id="89" name="Shape852"/>
          <p:cNvSpPr/>
          <p:nvPr>
            <p:custDataLst>
              <p:tags r:id="rId18"/>
            </p:custDataLst>
          </p:nvPr>
        </p:nvSpPr>
        <p:spPr>
          <a:xfrm>
            <a:off x="5610594" y="3908506"/>
            <a:ext cx="2119170"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a:t>
            </a:r>
            <a:r>
              <a:rPr lang="en-US" sz="1500" dirty="0">
                <a:solidFill>
                  <a:srgbClr val="000000"/>
                </a:solidFill>
                <a:latin typeface="Times New Roman" panose="02020603050405020304" pitchFamily="18" charset="0"/>
                <a:cs typeface="Times New Roman" panose="02020603050405020304" pitchFamily="18" charset="0"/>
              </a:rPr>
              <a:t>Alkaline phosphatase</a:t>
            </a:r>
            <a:r>
              <a:rPr sz="1500" dirty="0">
                <a:solidFill>
                  <a:srgbClr val="000000"/>
                </a:solidFill>
                <a:latin typeface="Times New Roman" panose="02020603050405020304" pitchFamily="18" charset="0"/>
                <a:cs typeface="Times New Roman" panose="02020603050405020304" pitchFamily="18" charset="0"/>
              </a:rPr>
              <a:t>' (18 
missing values)</a:t>
            </a:r>
          </a:p>
        </p:txBody>
      </p:sp>
      <p:sp>
        <p:nvSpPr>
          <p:cNvPr id="92" name="Shape854"/>
          <p:cNvSpPr/>
          <p:nvPr>
            <p:custDataLst>
              <p:tags r:id="rId19"/>
            </p:custDataLst>
          </p:nvPr>
        </p:nvSpPr>
        <p:spPr>
          <a:xfrm>
            <a:off x="5610594" y="4403924"/>
            <a:ext cx="2314095"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a:solidFill>
                  <a:srgbClr val="000000"/>
                </a:solidFill>
                <a:latin typeface="Times New Roman" panose="02020603050405020304" pitchFamily="18" charset="0"/>
                <a:cs typeface="Times New Roman" panose="02020603050405020304" pitchFamily="18" charset="0"/>
              </a:rPr>
              <a:t>'alanine_aminotransferase' (1 
missing value)</a:t>
            </a:r>
          </a:p>
        </p:txBody>
      </p:sp>
      <p:sp>
        <p:nvSpPr>
          <p:cNvPr id="95" name="Shape856"/>
          <p:cNvSpPr/>
          <p:nvPr>
            <p:custDataLst>
              <p:tags r:id="rId20"/>
            </p:custDataLst>
          </p:nvPr>
        </p:nvSpPr>
        <p:spPr>
          <a:xfrm>
            <a:off x="5610594" y="4899342"/>
            <a:ext cx="1910779"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a:solidFill>
                  <a:srgbClr val="000000"/>
                </a:solidFill>
                <a:latin typeface="Times New Roman" panose="02020603050405020304" pitchFamily="18" charset="0"/>
                <a:cs typeface="Times New Roman" panose="02020603050405020304" pitchFamily="18" charset="0"/>
              </a:rPr>
              <a:t>'cholesterol' (10 missing 
values)</a:t>
            </a:r>
          </a:p>
        </p:txBody>
      </p:sp>
      <p:grpSp>
        <p:nvGrpSpPr>
          <p:cNvPr id="5" name="Shape862">
            <a:extLst>
              <a:ext uri="{FF2B5EF4-FFF2-40B4-BE49-F238E27FC236}">
                <a16:creationId xmlns:a16="http://schemas.microsoft.com/office/drawing/2014/main" id="{A58BB40E-ABD3-7F4A-8264-882EA55F5640}"/>
              </a:ext>
            </a:extLst>
          </p:cNvPr>
          <p:cNvGrpSpPr/>
          <p:nvPr>
            <p:custDataLst>
              <p:tags r:id="rId21"/>
            </p:custDataLst>
          </p:nvPr>
        </p:nvGrpSpPr>
        <p:grpSpPr>
          <a:xfrm>
            <a:off x="5131704" y="3139399"/>
            <a:ext cx="180000" cy="180000"/>
            <a:chOff x="8261055" y="2541679"/>
            <a:chExt cx="180000" cy="180000"/>
          </a:xfrm>
        </p:grpSpPr>
        <p:sp>
          <p:nvSpPr>
            <p:cNvPr id="6" name="Shape811">
              <a:extLst>
                <a:ext uri="{FF2B5EF4-FFF2-40B4-BE49-F238E27FC236}">
                  <a16:creationId xmlns:a16="http://schemas.microsoft.com/office/drawing/2014/main" id="{0D21B393-6522-E828-9CB7-DF3AD52021BD}"/>
                </a:ext>
              </a:extLst>
            </p:cNvPr>
            <p:cNvSpPr/>
            <p:nvPr>
              <p:custDataLst>
                <p:tags r:id="rId24"/>
              </p:custDataLst>
            </p:nvPr>
          </p:nvSpPr>
          <p:spPr>
            <a:xfrm rot="2700000">
              <a:off x="8261055" y="2541679"/>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grpSp>
        <p:nvGrpSpPr>
          <p:cNvPr id="7" name="Shape862">
            <a:extLst>
              <a:ext uri="{FF2B5EF4-FFF2-40B4-BE49-F238E27FC236}">
                <a16:creationId xmlns:a16="http://schemas.microsoft.com/office/drawing/2014/main" id="{02ED98E3-1151-FAB1-77E8-170552A037AE}"/>
              </a:ext>
            </a:extLst>
          </p:cNvPr>
          <p:cNvGrpSpPr/>
          <p:nvPr>
            <p:custDataLst>
              <p:tags r:id="rId22"/>
            </p:custDataLst>
          </p:nvPr>
        </p:nvGrpSpPr>
        <p:grpSpPr>
          <a:xfrm>
            <a:off x="5137907" y="3958263"/>
            <a:ext cx="180000" cy="180000"/>
            <a:chOff x="8261055" y="2541679"/>
            <a:chExt cx="180000" cy="180000"/>
          </a:xfrm>
        </p:grpSpPr>
        <p:sp>
          <p:nvSpPr>
            <p:cNvPr id="8" name="Shape811">
              <a:extLst>
                <a:ext uri="{FF2B5EF4-FFF2-40B4-BE49-F238E27FC236}">
                  <a16:creationId xmlns:a16="http://schemas.microsoft.com/office/drawing/2014/main" id="{0B82B0B6-46AD-CF8F-D826-A1BD23331506}"/>
                </a:ext>
              </a:extLst>
            </p:cNvPr>
            <p:cNvSpPr/>
            <p:nvPr>
              <p:custDataLst>
                <p:tags r:id="rId23"/>
              </p:custDataLst>
            </p:nvPr>
          </p:nvSpPr>
          <p:spPr>
            <a:xfrm rot="2700000">
              <a:off x="8261055" y="2541679"/>
              <a:ext cx="180000" cy="180000"/>
            </a:xfrm>
            <a:prstGeom prst="ellipse">
              <a:avLst/>
            </a:prstGeom>
            <a:noFill/>
            <a:ln w="12700">
              <a:solidFill>
                <a:srgbClr val="000000"/>
              </a:solid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chemeClr val="bg1"/>
                </a:solidFill>
                <a:latin typeface="Times New Roman" panose="02020603050405020304" pitchFamily="18" charset="0"/>
                <a:cs typeface="Times New Roman" panose="02020603050405020304" pitchFamily="18" charset="0"/>
              </a:endParaRPr>
            </a:p>
          </p:txBody>
        </p:sp>
      </p:grpSp>
      <p:sp>
        <p:nvSpPr>
          <p:cNvPr id="4" name="TextBox 3">
            <a:extLst>
              <a:ext uri="{FF2B5EF4-FFF2-40B4-BE49-F238E27FC236}">
                <a16:creationId xmlns:a16="http://schemas.microsoft.com/office/drawing/2014/main" id="{AD687C20-088C-AB88-3DB6-AC03DBD330B3}"/>
              </a:ext>
            </a:extLst>
          </p:cNvPr>
          <p:cNvSpPr txBox="1"/>
          <p:nvPr/>
        </p:nvSpPr>
        <p:spPr>
          <a:xfrm>
            <a:off x="1839311" y="514972"/>
            <a:ext cx="7143904" cy="584775"/>
          </a:xfrm>
          <a:prstGeom prst="rect">
            <a:avLst/>
          </a:prstGeom>
          <a:noFill/>
        </p:spPr>
        <p:txBody>
          <a:bodyPr wrap="square">
            <a:spAutoFit/>
          </a:bodyPr>
          <a:lstStyle/>
          <a:p>
            <a:pPr lvl="0"/>
            <a:r>
              <a:rPr lang="en-GB" sz="3200" b="1" dirty="0">
                <a:effectLst>
                  <a:outerShdw blurRad="38100" dist="38100" dir="2700000" algn="tl">
                    <a:srgbClr val="000000">
                      <a:alpha val="43137"/>
                    </a:srgbClr>
                  </a:outerShdw>
                </a:effectLst>
                <a:latin typeface="Times New Roman" panose="02020603050405020304" pitchFamily="18" charset="0"/>
                <a:ea typeface="Calibri"/>
                <a:cs typeface="Times New Roman" panose="02020603050405020304" pitchFamily="18" charset="0"/>
                <a:sym typeface="Calibri"/>
              </a:rPr>
              <a:t>EXPLORARTORY DATA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Shape2405"/>
          <p:cNvPicPr/>
          <p:nvPr>
            <p:custDataLst>
              <p:tags r:id="rId1"/>
            </p:custDataLst>
          </p:nvPr>
        </p:nvPicPr>
        <p:blipFill>
          <a:blip r:embed="rId22"/>
          <a:stretch>
            <a:fillRect/>
          </a:stretch>
        </p:blipFill>
        <p:spPr>
          <a:xfrm>
            <a:off x="242842" y="641054"/>
            <a:ext cx="11289499" cy="4285399"/>
          </a:xfrm>
          <a:prstGeom prst="rect">
            <a:avLst/>
          </a:prstGeom>
        </p:spPr>
      </p:pic>
      <p:sp>
        <p:nvSpPr>
          <p:cNvPr id="29" name="Shape2397"/>
          <p:cNvSpPr/>
          <p:nvPr>
            <p:custDataLst>
              <p:tags r:id="rId2"/>
            </p:custDataLst>
          </p:nvPr>
        </p:nvSpPr>
        <p:spPr>
          <a:xfrm>
            <a:off x="889331" y="4709989"/>
            <a:ext cx="3740399" cy="1384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spcBef>
                <a:spcPct val="0"/>
              </a:spcBef>
              <a:spcAft>
                <a:spcPct val="0"/>
              </a:spcAft>
            </a:pPr>
            <a:r>
              <a:rPr kumimoji="0" lang="en-US" altLang="en-US" sz="1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Alkaline Phosphatase, Alanine Aminotransferase, Aspartate Aminotransferase, Bilirubin, Creatinine, and Gamma Glutamyl Transferase are heavily right-skewed with notable outliers.</a:t>
            </a:r>
          </a:p>
          <a:p>
            <a:pPr algn="l">
              <a:lnSpc>
                <a:spcPct val="100000"/>
              </a:lnSpc>
              <a:spcBef>
                <a:spcPct val="0"/>
              </a:spcBef>
              <a:spcAft>
                <a:spcPct val="0"/>
              </a:spcAft>
            </a:pPr>
            <a:endParaRPr sz="1500" dirty="0">
              <a:solidFill>
                <a:srgbClr val="000000"/>
              </a:solidFill>
              <a:latin typeface="Times New Roman" panose="02020603050405020304" pitchFamily="18" charset="0"/>
              <a:cs typeface="Times New Roman" panose="02020603050405020304" pitchFamily="18" charset="0"/>
            </a:endParaRPr>
          </a:p>
        </p:txBody>
      </p:sp>
      <p:sp>
        <p:nvSpPr>
          <p:cNvPr id="33" name="Shape2399"/>
          <p:cNvSpPr/>
          <p:nvPr>
            <p:custDataLst>
              <p:tags r:id="rId3"/>
            </p:custDataLst>
          </p:nvPr>
        </p:nvSpPr>
        <p:spPr>
          <a:xfrm>
            <a:off x="804263" y="5878813"/>
            <a:ext cx="3370816"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 Albumin, Cholinesterase, Cholesterol, and Protein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columns show roughly normal distributions</a:t>
            </a:r>
            <a:endParaRPr sz="1500" dirty="0">
              <a:solidFill>
                <a:srgbClr val="000000"/>
              </a:solidFill>
              <a:latin typeface="Times New Roman" panose="02020603050405020304" pitchFamily="18" charset="0"/>
              <a:cs typeface="Times New Roman" panose="02020603050405020304" pitchFamily="18" charset="0"/>
            </a:endParaRPr>
          </a:p>
        </p:txBody>
      </p:sp>
      <p:sp>
        <p:nvSpPr>
          <p:cNvPr id="41" name="Shape2403"/>
          <p:cNvSpPr/>
          <p:nvPr>
            <p:custDataLst>
              <p:tags r:id="rId4"/>
            </p:custDataLst>
          </p:nvPr>
        </p:nvSpPr>
        <p:spPr>
          <a:xfrm>
            <a:off x="5001210" y="5704588"/>
            <a:ext cx="3353824" cy="11541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spcBef>
                <a:spcPct val="0"/>
              </a:spcBef>
              <a:spcAft>
                <a:spcPct val="0"/>
              </a:spcAf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like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Creatinine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Gamma Glutamyl Transferase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have extreme outliers, indicating highly varied levels among patients.</a:t>
            </a:r>
          </a:p>
          <a:p>
            <a:pPr algn="l">
              <a:lnSpc>
                <a:spcPct val="100000"/>
              </a:lnSpc>
              <a:spcBef>
                <a:spcPct val="0"/>
              </a:spcBef>
              <a:spcAft>
                <a:spcPct val="0"/>
              </a:spcAft>
            </a:pPr>
            <a:endParaRPr sz="1500" dirty="0">
              <a:solidFill>
                <a:srgbClr val="000000"/>
              </a:solidFill>
              <a:latin typeface="Times New Roman" panose="02020603050405020304" pitchFamily="18" charset="0"/>
              <a:cs typeface="Times New Roman" panose="02020603050405020304" pitchFamily="18" charset="0"/>
            </a:endParaRPr>
          </a:p>
        </p:txBody>
      </p:sp>
      <p:sp>
        <p:nvSpPr>
          <p:cNvPr id="5" name="Shape2385">
            <a:extLst>
              <a:ext uri="{FF2B5EF4-FFF2-40B4-BE49-F238E27FC236}">
                <a16:creationId xmlns:a16="http://schemas.microsoft.com/office/drawing/2014/main" id="{34B50E6A-F70B-DAF2-FB61-EE8A57E703D4}"/>
              </a:ext>
            </a:extLst>
          </p:cNvPr>
          <p:cNvSpPr/>
          <p:nvPr>
            <p:custDataLst>
              <p:tags r:id="rId5"/>
            </p:custDataLst>
          </p:nvPr>
        </p:nvSpPr>
        <p:spPr>
          <a:xfrm>
            <a:off x="4134387" y="81996"/>
            <a:ext cx="3239990"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marL="0" marR="0" lvl="0" indent="0" algn="ctr" defTabSz="914400" rtl="0" eaLnBrk="1" fontAlgn="auto" latinLnBrk="0" hangingPunct="1">
              <a:lnSpc>
                <a:spcPct val="90000"/>
              </a:lnSpc>
              <a:spcBef>
                <a:spcPct val="0"/>
              </a:spcBef>
              <a:spcAft>
                <a:spcPct val="0"/>
              </a:spcAft>
              <a:buClrTx/>
              <a:buSzTx/>
              <a:buFontTx/>
              <a:buNone/>
              <a:defRPr/>
            </a:pPr>
            <a:r>
              <a:rPr lang="en-US" sz="4000" b="1" dirty="0">
                <a:solidFill>
                  <a:srgbClr val="000000"/>
                </a:solidFill>
                <a:effectLst>
                  <a:outerShdw blurRad="38100" dist="38100" dir="2700000" algn="tl">
                    <a:srgbClr val="000000">
                      <a:alpha val="43137"/>
                    </a:srgbClr>
                  </a:outerShdw>
                </a:effectLst>
                <a:latin typeface="Times New Roman" panose="02020603050405020304" pitchFamily="18" charset="0"/>
                <a:ea typeface="Lora"/>
                <a:cs typeface="Times New Roman" panose="02020603050405020304" pitchFamily="18" charset="0"/>
              </a:rPr>
              <a:t>HISTOGRAM</a:t>
            </a:r>
            <a:endParaRPr kumimoji="0" lang="en-US" sz="4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Lora"/>
              <a:cs typeface="Times New Roman" panose="02020603050405020304" pitchFamily="18" charset="0"/>
            </a:endParaRPr>
          </a:p>
        </p:txBody>
      </p:sp>
      <p:sp>
        <p:nvSpPr>
          <p:cNvPr id="3" name="TextBox 2">
            <a:extLst>
              <a:ext uri="{FF2B5EF4-FFF2-40B4-BE49-F238E27FC236}">
                <a16:creationId xmlns:a16="http://schemas.microsoft.com/office/drawing/2014/main" id="{10FE2034-698D-0C8E-5705-368C552B55B5}"/>
              </a:ext>
            </a:extLst>
          </p:cNvPr>
          <p:cNvSpPr txBox="1"/>
          <p:nvPr/>
        </p:nvSpPr>
        <p:spPr>
          <a:xfrm>
            <a:off x="4942623" y="4820435"/>
            <a:ext cx="2729936" cy="784830"/>
          </a:xfrm>
          <a:prstGeom prst="rect">
            <a:avLst/>
          </a:prstGeom>
          <a:noFill/>
        </p:spPr>
        <p:txBody>
          <a:bodyPr wrap="square">
            <a:spAutoFit/>
          </a:bodyPr>
          <a:lstStyle/>
          <a:p>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patients are around middle age, as shown in the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histogram</a:t>
            </a:r>
            <a:endParaRPr lang="en-IN" sz="15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E57656D-2F63-C3D9-EAD9-56AF620CF446}"/>
              </a:ext>
            </a:extLst>
          </p:cNvPr>
          <p:cNvSpPr txBox="1"/>
          <p:nvPr/>
        </p:nvSpPr>
        <p:spPr>
          <a:xfrm>
            <a:off x="7933978" y="4798564"/>
            <a:ext cx="3821193" cy="784830"/>
          </a:xfrm>
          <a:prstGeom prst="rect">
            <a:avLst/>
          </a:prstGeom>
          <a:noFill/>
        </p:spPr>
        <p:txBody>
          <a:bodyPr wrap="square">
            <a:spAutoFit/>
          </a:bodyPr>
          <a:lstStyle/>
          <a:p>
            <a:pPr marL="0" marR="0" lvl="0" indent="0" defTabSz="914400" rtl="0" eaLnBrk="0" fontAlgn="base" latinLnBrk="0" hangingPunct="0">
              <a:spcBef>
                <a:spcPct val="0"/>
              </a:spcBef>
              <a:spcAft>
                <a:spcPct val="0"/>
              </a:spcAft>
              <a:buClrTx/>
              <a:buSzTx/>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distribution analysis highlights where normalization or outlier treatment may be needed for better modeling. </a:t>
            </a:r>
          </a:p>
        </p:txBody>
      </p:sp>
      <p:grpSp>
        <p:nvGrpSpPr>
          <p:cNvPr id="7" name="Shape857">
            <a:extLst>
              <a:ext uri="{FF2B5EF4-FFF2-40B4-BE49-F238E27FC236}">
                <a16:creationId xmlns:a16="http://schemas.microsoft.com/office/drawing/2014/main" id="{B7D15105-8C7F-DBB7-897D-CD00F2457087}"/>
              </a:ext>
            </a:extLst>
          </p:cNvPr>
          <p:cNvGrpSpPr/>
          <p:nvPr>
            <p:custDataLst>
              <p:tags r:id="rId6"/>
            </p:custDataLst>
          </p:nvPr>
        </p:nvGrpSpPr>
        <p:grpSpPr>
          <a:xfrm>
            <a:off x="576444" y="4856002"/>
            <a:ext cx="222830" cy="236486"/>
            <a:chOff x="-100782" y="1857679"/>
            <a:chExt cx="468000" cy="468000"/>
          </a:xfrm>
        </p:grpSpPr>
        <p:sp>
          <p:nvSpPr>
            <p:cNvPr id="8" name="Shape808">
              <a:extLst>
                <a:ext uri="{FF2B5EF4-FFF2-40B4-BE49-F238E27FC236}">
                  <a16:creationId xmlns:a16="http://schemas.microsoft.com/office/drawing/2014/main" id="{488E4210-1EE8-AB5E-66E8-8A0E0AA7CBEE}"/>
                </a:ext>
              </a:extLst>
            </p:cNvPr>
            <p:cNvSpPr/>
            <p:nvPr>
              <p:custDataLst>
                <p:tags r:id="rId19"/>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9" name="Shape810">
              <a:extLst>
                <a:ext uri="{FF2B5EF4-FFF2-40B4-BE49-F238E27FC236}">
                  <a16:creationId xmlns:a16="http://schemas.microsoft.com/office/drawing/2014/main" id="{E27DA44A-64C1-5A18-1CC2-418C66B34F2E}"/>
                </a:ext>
              </a:extLst>
            </p:cNvPr>
            <p:cNvSpPr/>
            <p:nvPr>
              <p:custDataLst>
                <p:tags r:id="rId20"/>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22" name="Shape857">
            <a:extLst>
              <a:ext uri="{FF2B5EF4-FFF2-40B4-BE49-F238E27FC236}">
                <a16:creationId xmlns:a16="http://schemas.microsoft.com/office/drawing/2014/main" id="{A2D5CD99-14A4-422B-6AD0-CD8B208CC91B}"/>
              </a:ext>
            </a:extLst>
          </p:cNvPr>
          <p:cNvGrpSpPr/>
          <p:nvPr>
            <p:custDataLst>
              <p:tags r:id="rId7"/>
            </p:custDataLst>
          </p:nvPr>
        </p:nvGrpSpPr>
        <p:grpSpPr>
          <a:xfrm>
            <a:off x="538899" y="5871488"/>
            <a:ext cx="222830" cy="236486"/>
            <a:chOff x="-100782" y="1857679"/>
            <a:chExt cx="468000" cy="468000"/>
          </a:xfrm>
        </p:grpSpPr>
        <p:sp>
          <p:nvSpPr>
            <p:cNvPr id="23" name="Shape808">
              <a:extLst>
                <a:ext uri="{FF2B5EF4-FFF2-40B4-BE49-F238E27FC236}">
                  <a16:creationId xmlns:a16="http://schemas.microsoft.com/office/drawing/2014/main" id="{F6B51C90-6700-61F3-9C15-CA429E089BA9}"/>
                </a:ext>
              </a:extLst>
            </p:cNvPr>
            <p:cNvSpPr/>
            <p:nvPr>
              <p:custDataLst>
                <p:tags r:id="rId17"/>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24" name="Shape810">
              <a:extLst>
                <a:ext uri="{FF2B5EF4-FFF2-40B4-BE49-F238E27FC236}">
                  <a16:creationId xmlns:a16="http://schemas.microsoft.com/office/drawing/2014/main" id="{186FFA98-2B7B-9037-28F0-0C251050774E}"/>
                </a:ext>
              </a:extLst>
            </p:cNvPr>
            <p:cNvSpPr/>
            <p:nvPr>
              <p:custDataLst>
                <p:tags r:id="rId18"/>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25" name="Shape857">
            <a:extLst>
              <a:ext uri="{FF2B5EF4-FFF2-40B4-BE49-F238E27FC236}">
                <a16:creationId xmlns:a16="http://schemas.microsoft.com/office/drawing/2014/main" id="{520A87FE-6396-AFA4-5127-0B4E8D219470}"/>
              </a:ext>
            </a:extLst>
          </p:cNvPr>
          <p:cNvGrpSpPr/>
          <p:nvPr>
            <p:custDataLst>
              <p:tags r:id="rId8"/>
            </p:custDataLst>
          </p:nvPr>
        </p:nvGrpSpPr>
        <p:grpSpPr>
          <a:xfrm>
            <a:off x="7709024" y="4820435"/>
            <a:ext cx="222830" cy="236486"/>
            <a:chOff x="-100782" y="1857679"/>
            <a:chExt cx="468000" cy="468000"/>
          </a:xfrm>
        </p:grpSpPr>
        <p:sp>
          <p:nvSpPr>
            <p:cNvPr id="43" name="Shape808">
              <a:extLst>
                <a:ext uri="{FF2B5EF4-FFF2-40B4-BE49-F238E27FC236}">
                  <a16:creationId xmlns:a16="http://schemas.microsoft.com/office/drawing/2014/main" id="{B3466EA5-85BD-A491-CB02-3972A8929101}"/>
                </a:ext>
              </a:extLst>
            </p:cNvPr>
            <p:cNvSpPr/>
            <p:nvPr>
              <p:custDataLst>
                <p:tags r:id="rId15"/>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44" name="Shape810">
              <a:extLst>
                <a:ext uri="{FF2B5EF4-FFF2-40B4-BE49-F238E27FC236}">
                  <a16:creationId xmlns:a16="http://schemas.microsoft.com/office/drawing/2014/main" id="{24968339-895F-BEC6-6712-B5CA4C2670AD}"/>
                </a:ext>
              </a:extLst>
            </p:cNvPr>
            <p:cNvSpPr/>
            <p:nvPr>
              <p:custDataLst>
                <p:tags r:id="rId16"/>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45" name="Shape857">
            <a:extLst>
              <a:ext uri="{FF2B5EF4-FFF2-40B4-BE49-F238E27FC236}">
                <a16:creationId xmlns:a16="http://schemas.microsoft.com/office/drawing/2014/main" id="{FAFF55D6-90F7-B5E7-B328-D44F25F69B33}"/>
              </a:ext>
            </a:extLst>
          </p:cNvPr>
          <p:cNvGrpSpPr/>
          <p:nvPr>
            <p:custDataLst>
              <p:tags r:id="rId9"/>
            </p:custDataLst>
          </p:nvPr>
        </p:nvGrpSpPr>
        <p:grpSpPr>
          <a:xfrm>
            <a:off x="4728445" y="5760570"/>
            <a:ext cx="222830" cy="236486"/>
            <a:chOff x="-100782" y="1857679"/>
            <a:chExt cx="468000" cy="468000"/>
          </a:xfrm>
        </p:grpSpPr>
        <p:sp>
          <p:nvSpPr>
            <p:cNvPr id="46" name="Shape808">
              <a:extLst>
                <a:ext uri="{FF2B5EF4-FFF2-40B4-BE49-F238E27FC236}">
                  <a16:creationId xmlns:a16="http://schemas.microsoft.com/office/drawing/2014/main" id="{71ECE491-E61D-1CC4-118D-710B1A0E8C98}"/>
                </a:ext>
              </a:extLst>
            </p:cNvPr>
            <p:cNvSpPr/>
            <p:nvPr>
              <p:custDataLst>
                <p:tags r:id="rId13"/>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47" name="Shape810">
              <a:extLst>
                <a:ext uri="{FF2B5EF4-FFF2-40B4-BE49-F238E27FC236}">
                  <a16:creationId xmlns:a16="http://schemas.microsoft.com/office/drawing/2014/main" id="{810B8D8B-5415-3B95-F5DC-0380DBD5951F}"/>
                </a:ext>
              </a:extLst>
            </p:cNvPr>
            <p:cNvSpPr/>
            <p:nvPr>
              <p:custDataLst>
                <p:tags r:id="rId14"/>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dirty="0">
                <a:solidFill>
                  <a:srgbClr val="000000"/>
                </a:solidFill>
                <a:latin typeface="Times New Roman" panose="02020603050405020304" pitchFamily="18" charset="0"/>
                <a:cs typeface="Times New Roman" panose="02020603050405020304" pitchFamily="18" charset="0"/>
              </a:endParaRPr>
            </a:p>
          </p:txBody>
        </p:sp>
      </p:grpSp>
      <p:grpSp>
        <p:nvGrpSpPr>
          <p:cNvPr id="48" name="Shape857">
            <a:extLst>
              <a:ext uri="{FF2B5EF4-FFF2-40B4-BE49-F238E27FC236}">
                <a16:creationId xmlns:a16="http://schemas.microsoft.com/office/drawing/2014/main" id="{3C37BA8B-A58B-06B2-0EEB-770769784B61}"/>
              </a:ext>
            </a:extLst>
          </p:cNvPr>
          <p:cNvGrpSpPr/>
          <p:nvPr>
            <p:custDataLst>
              <p:tags r:id="rId10"/>
            </p:custDataLst>
          </p:nvPr>
        </p:nvGrpSpPr>
        <p:grpSpPr>
          <a:xfrm>
            <a:off x="4719793" y="4856002"/>
            <a:ext cx="222830" cy="236486"/>
            <a:chOff x="-100782" y="1857679"/>
            <a:chExt cx="468000" cy="468000"/>
          </a:xfrm>
        </p:grpSpPr>
        <p:sp>
          <p:nvSpPr>
            <p:cNvPr id="49" name="Shape808">
              <a:extLst>
                <a:ext uri="{FF2B5EF4-FFF2-40B4-BE49-F238E27FC236}">
                  <a16:creationId xmlns:a16="http://schemas.microsoft.com/office/drawing/2014/main" id="{62BACA51-C691-4849-A99B-AE9834413D63}"/>
                </a:ext>
              </a:extLst>
            </p:cNvPr>
            <p:cNvSpPr/>
            <p:nvPr>
              <p:custDataLst>
                <p:tags r:id="rId11"/>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50" name="Shape810">
              <a:extLst>
                <a:ext uri="{FF2B5EF4-FFF2-40B4-BE49-F238E27FC236}">
                  <a16:creationId xmlns:a16="http://schemas.microsoft.com/office/drawing/2014/main" id="{2E84D0B4-0325-942A-4F7B-C6047E847E7E}"/>
                </a:ext>
              </a:extLst>
            </p:cNvPr>
            <p:cNvSpPr/>
            <p:nvPr>
              <p:custDataLst>
                <p:tags r:id="rId12"/>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Shape2409" descr="Uploaded image">
            <a:extLst>
              <a:ext uri="{FF2B5EF4-FFF2-40B4-BE49-F238E27FC236}">
                <a16:creationId xmlns:a16="http://schemas.microsoft.com/office/drawing/2014/main" id="{F3533A2E-C639-2E5A-70BA-6F4D8BB8A88E}"/>
              </a:ext>
            </a:extLst>
          </p:cNvPr>
          <p:cNvPicPr>
            <a:picLocks noChangeArrowheads="1"/>
          </p:cNvPicPr>
          <p:nvPr>
            <p:custDataLst>
              <p:tags r:id="rId1"/>
            </p:custDataLst>
          </p:nvPr>
        </p:nvPicPr>
        <p:blipFill>
          <a:blip r:embed="rId24">
            <a:extLst>
              <a:ext uri="{28A0092B-C50C-407E-A947-70E740481C1C}">
                <a14:useLocalDpi xmlns:a14="http://schemas.microsoft.com/office/drawing/2010/main" val="0"/>
              </a:ext>
            </a:extLst>
          </a:blip>
          <a:stretch>
            <a:fillRect/>
          </a:stretch>
        </p:blipFill>
        <p:spPr bwMode="auto">
          <a:xfrm>
            <a:off x="0" y="443602"/>
            <a:ext cx="11812555" cy="3314032"/>
          </a:xfrm>
          <a:prstGeom prst="rect">
            <a:avLst/>
          </a:prstGeom>
          <a:noFill/>
          <a:extLst>
            <a:ext uri="{909E8E84-426E-40DD-AFC4-6F175D3DCCD1}">
              <a14:hiddenFill xmlns:a14="http://schemas.microsoft.com/office/drawing/2010/main">
                <a:solidFill>
                  <a:srgbClr val="FFFFFF"/>
                </a:solidFill>
              </a14:hiddenFill>
            </a:ext>
          </a:extLst>
        </p:spPr>
      </p:pic>
      <p:sp>
        <p:nvSpPr>
          <p:cNvPr id="34" name="Shape2399"/>
          <p:cNvSpPr/>
          <p:nvPr>
            <p:custDataLst>
              <p:tags r:id="rId2"/>
            </p:custDataLst>
          </p:nvPr>
        </p:nvSpPr>
        <p:spPr>
          <a:xfrm>
            <a:off x="1383623" y="3809732"/>
            <a:ext cx="4771884" cy="9233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Color Intensity: The color scale (red to green) represents 
correlation strength; red shows strong negative correlations, 
green shows strong positive correlations, and yellow indicates 
weak or no correlation</a:t>
            </a:r>
          </a:p>
        </p:txBody>
      </p:sp>
      <p:sp>
        <p:nvSpPr>
          <p:cNvPr id="38" name="Shape2401"/>
          <p:cNvSpPr/>
          <p:nvPr>
            <p:custDataLst>
              <p:tags r:id="rId3"/>
            </p:custDataLst>
          </p:nvPr>
        </p:nvSpPr>
        <p:spPr>
          <a:xfrm>
            <a:off x="1362914" y="4905502"/>
            <a:ext cx="4951740"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Key Negative Correlations: Variables like category 
and aspartate aminotransferase -0.61) or category and bilirubin 
-0.44) show significant negative relationships</a:t>
            </a:r>
          </a:p>
        </p:txBody>
      </p:sp>
      <p:sp>
        <p:nvSpPr>
          <p:cNvPr id="42" name="Shape2403"/>
          <p:cNvSpPr/>
          <p:nvPr>
            <p:custDataLst>
              <p:tags r:id="rId4"/>
            </p:custDataLst>
          </p:nvPr>
        </p:nvSpPr>
        <p:spPr>
          <a:xfrm>
            <a:off x="1309245" y="5847327"/>
            <a:ext cx="5059077"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Key Positive Correlations: Strong positive correlations include 
protein with albumin (0.53) and aspartate aminotransferase with 
alanine aminotransferase (0.43)</a:t>
            </a:r>
          </a:p>
        </p:txBody>
      </p:sp>
      <p:sp>
        <p:nvSpPr>
          <p:cNvPr id="46" name="Shape2405"/>
          <p:cNvSpPr/>
          <p:nvPr>
            <p:custDataLst>
              <p:tags r:id="rId5"/>
            </p:custDataLst>
          </p:nvPr>
        </p:nvSpPr>
        <p:spPr>
          <a:xfrm>
            <a:off x="7111471" y="3801472"/>
            <a:ext cx="4671728"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Diagonal Line: All diagonal elements are 1, as each variable 
is perfectly correlated with itself</a:t>
            </a:r>
          </a:p>
        </p:txBody>
      </p:sp>
      <p:sp>
        <p:nvSpPr>
          <p:cNvPr id="50" name="Shape2407"/>
          <p:cNvSpPr/>
          <p:nvPr>
            <p:custDataLst>
              <p:tags r:id="rId6"/>
            </p:custDataLst>
          </p:nvPr>
        </p:nvSpPr>
        <p:spPr>
          <a:xfrm>
            <a:off x="6965128" y="4599718"/>
            <a:ext cx="5073505" cy="9233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Insightful Clusters: Groups like liver enzymes 
(alanine aminotransferase, aspartate aminotransferase, 
bilirubin) display interrelated patterns, useful for domain-specific 
analysis</a:t>
            </a:r>
          </a:p>
        </p:txBody>
      </p:sp>
      <p:sp>
        <p:nvSpPr>
          <p:cNvPr id="5" name="Shape2385">
            <a:extLst>
              <a:ext uri="{FF2B5EF4-FFF2-40B4-BE49-F238E27FC236}">
                <a16:creationId xmlns:a16="http://schemas.microsoft.com/office/drawing/2014/main" id="{21528915-857B-A825-A6F3-601AD90BC27D}"/>
              </a:ext>
            </a:extLst>
          </p:cNvPr>
          <p:cNvSpPr/>
          <p:nvPr>
            <p:custDataLst>
              <p:tags r:id="rId7"/>
            </p:custDataLst>
          </p:nvPr>
        </p:nvSpPr>
        <p:spPr>
          <a:xfrm>
            <a:off x="255429" y="39182"/>
            <a:ext cx="11090595"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defPPr>
              <a:defRPr lang="en-US"/>
            </a:defPPr>
            <a:lvl1pPr marL="0" algn="l" defTabSz="914400" rtl="0" eaLnBrk="1" latinLnBrk="0" hangingPunct="1">
              <a:defRPr sz="1800" kern="1200">
                <a:solidFill>
                  <a:srgbClr val="FFFFFF"/>
                </a:solidFill>
                <a:latin typeface="Lora"/>
                <a:ea typeface="Arial"/>
                <a:cs typeface="Arial"/>
              </a:defRPr>
            </a:lvl1pPr>
            <a:lvl2pPr marL="457200" algn="l" defTabSz="914400" rtl="0" eaLnBrk="1" latinLnBrk="0" hangingPunct="1">
              <a:defRPr sz="1800" kern="1200">
                <a:solidFill>
                  <a:srgbClr val="FFFFFF"/>
                </a:solidFill>
                <a:latin typeface="Lora"/>
                <a:ea typeface="Arial"/>
                <a:cs typeface="Arial"/>
              </a:defRPr>
            </a:lvl2pPr>
            <a:lvl3pPr marL="914400" algn="l" defTabSz="914400" rtl="0" eaLnBrk="1" latinLnBrk="0" hangingPunct="1">
              <a:defRPr sz="1800" kern="1200">
                <a:solidFill>
                  <a:srgbClr val="FFFFFF"/>
                </a:solidFill>
                <a:latin typeface="Lora"/>
                <a:ea typeface="Arial"/>
                <a:cs typeface="Arial"/>
              </a:defRPr>
            </a:lvl3pPr>
            <a:lvl4pPr marL="1371600" algn="l" defTabSz="914400" rtl="0" eaLnBrk="1" latinLnBrk="0" hangingPunct="1">
              <a:defRPr sz="1800" kern="1200">
                <a:solidFill>
                  <a:srgbClr val="FFFFFF"/>
                </a:solidFill>
                <a:latin typeface="Lora"/>
                <a:ea typeface="Arial"/>
                <a:cs typeface="Arial"/>
              </a:defRPr>
            </a:lvl4pPr>
            <a:lvl5pPr marL="1828800" algn="l" defTabSz="914400" rtl="0" eaLnBrk="1" latinLnBrk="0" hangingPunct="1">
              <a:defRPr sz="1800" kern="1200">
                <a:solidFill>
                  <a:srgbClr val="FFFFFF"/>
                </a:solidFill>
                <a:latin typeface="Lora"/>
                <a:ea typeface="Arial"/>
                <a:cs typeface="Arial"/>
              </a:defRPr>
            </a:lvl5pPr>
            <a:lvl6pPr marL="2286000" algn="l" defTabSz="914400" rtl="0" eaLnBrk="1" latinLnBrk="0" hangingPunct="1">
              <a:defRPr sz="1800" kern="1200">
                <a:solidFill>
                  <a:srgbClr val="FFFFFF"/>
                </a:solidFill>
                <a:latin typeface="Lora"/>
                <a:ea typeface="Arial"/>
                <a:cs typeface="Arial"/>
              </a:defRPr>
            </a:lvl6pPr>
            <a:lvl7pPr marL="2743200" algn="l" defTabSz="914400" rtl="0" eaLnBrk="1" latinLnBrk="0" hangingPunct="1">
              <a:defRPr sz="1800" kern="1200">
                <a:solidFill>
                  <a:srgbClr val="FFFFFF"/>
                </a:solidFill>
                <a:latin typeface="Lora"/>
                <a:ea typeface="Arial"/>
                <a:cs typeface="Arial"/>
              </a:defRPr>
            </a:lvl7pPr>
            <a:lvl8pPr marL="3200400" algn="l" defTabSz="914400" rtl="0" eaLnBrk="1" latinLnBrk="0" hangingPunct="1">
              <a:defRPr sz="1800" kern="1200">
                <a:solidFill>
                  <a:srgbClr val="FFFFFF"/>
                </a:solidFill>
                <a:latin typeface="Lora"/>
                <a:ea typeface="Arial"/>
                <a:cs typeface="Arial"/>
              </a:defRPr>
            </a:lvl8pPr>
            <a:lvl9pPr marL="3657600" algn="l" defTabSz="914400" rtl="0" eaLnBrk="1" latinLnBrk="0" hangingPunct="1">
              <a:defRPr sz="1800" kern="1200">
                <a:solidFill>
                  <a:srgbClr val="FFFFFF"/>
                </a:solidFill>
                <a:latin typeface="Lora"/>
                <a:ea typeface="Arial"/>
                <a:cs typeface="Arial"/>
              </a:defRPr>
            </a:lvl9pPr>
          </a:lstStyle>
          <a:p>
            <a:pPr marL="0" marR="0" lvl="0" indent="0" algn="ctr" defTabSz="914400" rtl="0" eaLnBrk="1" fontAlgn="auto" latinLnBrk="0" hangingPunct="1">
              <a:lnSpc>
                <a:spcPct val="90000"/>
              </a:lnSpc>
              <a:spcBef>
                <a:spcPct val="0"/>
              </a:spcBef>
              <a:spcAft>
                <a:spcPct val="0"/>
              </a:spcAft>
              <a:buClrTx/>
              <a:buSzTx/>
              <a:buFontTx/>
              <a:buNone/>
              <a:defRPr/>
            </a:pPr>
            <a:r>
              <a:rPr kumimoji="0" lang="en-US" sz="40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8" charset="0"/>
                <a:ea typeface="Lora"/>
                <a:cs typeface="Times New Roman" panose="02020603050405020304" pitchFamily="18" charset="0"/>
              </a:rPr>
              <a:t>HEATMAP</a:t>
            </a:r>
          </a:p>
        </p:txBody>
      </p:sp>
      <p:grpSp>
        <p:nvGrpSpPr>
          <p:cNvPr id="2" name="Shape857">
            <a:extLst>
              <a:ext uri="{FF2B5EF4-FFF2-40B4-BE49-F238E27FC236}">
                <a16:creationId xmlns:a16="http://schemas.microsoft.com/office/drawing/2014/main" id="{292B9745-5847-6FC4-DBA6-A5F5E4207663}"/>
              </a:ext>
            </a:extLst>
          </p:cNvPr>
          <p:cNvGrpSpPr/>
          <p:nvPr>
            <p:custDataLst>
              <p:tags r:id="rId8"/>
            </p:custDataLst>
          </p:nvPr>
        </p:nvGrpSpPr>
        <p:grpSpPr>
          <a:xfrm>
            <a:off x="1067156" y="3834642"/>
            <a:ext cx="222830" cy="236486"/>
            <a:chOff x="-100782" y="1857679"/>
            <a:chExt cx="468000" cy="468000"/>
          </a:xfrm>
        </p:grpSpPr>
        <p:sp>
          <p:nvSpPr>
            <p:cNvPr id="3" name="Shape808">
              <a:extLst>
                <a:ext uri="{FF2B5EF4-FFF2-40B4-BE49-F238E27FC236}">
                  <a16:creationId xmlns:a16="http://schemas.microsoft.com/office/drawing/2014/main" id="{BEA072CB-360F-5289-2610-2D11B979A32D}"/>
                </a:ext>
              </a:extLst>
            </p:cNvPr>
            <p:cNvSpPr/>
            <p:nvPr>
              <p:custDataLst>
                <p:tags r:id="rId21"/>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4" name="Shape810">
              <a:extLst>
                <a:ext uri="{FF2B5EF4-FFF2-40B4-BE49-F238E27FC236}">
                  <a16:creationId xmlns:a16="http://schemas.microsoft.com/office/drawing/2014/main" id="{3A1976CF-4637-7B1B-EB71-742B15BA824A}"/>
                </a:ext>
              </a:extLst>
            </p:cNvPr>
            <p:cNvSpPr/>
            <p:nvPr>
              <p:custDataLst>
                <p:tags r:id="rId22"/>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6" name="Shape857">
            <a:extLst>
              <a:ext uri="{FF2B5EF4-FFF2-40B4-BE49-F238E27FC236}">
                <a16:creationId xmlns:a16="http://schemas.microsoft.com/office/drawing/2014/main" id="{ECEE6498-E9D4-071E-D710-67FBE56D183A}"/>
              </a:ext>
            </a:extLst>
          </p:cNvPr>
          <p:cNvGrpSpPr/>
          <p:nvPr>
            <p:custDataLst>
              <p:tags r:id="rId9"/>
            </p:custDataLst>
          </p:nvPr>
        </p:nvGrpSpPr>
        <p:grpSpPr>
          <a:xfrm>
            <a:off x="1077208" y="4915735"/>
            <a:ext cx="222830" cy="236486"/>
            <a:chOff x="-100782" y="1857679"/>
            <a:chExt cx="468000" cy="468000"/>
          </a:xfrm>
        </p:grpSpPr>
        <p:sp>
          <p:nvSpPr>
            <p:cNvPr id="7" name="Shape808">
              <a:extLst>
                <a:ext uri="{FF2B5EF4-FFF2-40B4-BE49-F238E27FC236}">
                  <a16:creationId xmlns:a16="http://schemas.microsoft.com/office/drawing/2014/main" id="{74A6F6CD-F568-6478-9954-76F2896ACB5F}"/>
                </a:ext>
              </a:extLst>
            </p:cNvPr>
            <p:cNvSpPr/>
            <p:nvPr>
              <p:custDataLst>
                <p:tags r:id="rId19"/>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8" name="Shape810">
              <a:extLst>
                <a:ext uri="{FF2B5EF4-FFF2-40B4-BE49-F238E27FC236}">
                  <a16:creationId xmlns:a16="http://schemas.microsoft.com/office/drawing/2014/main" id="{7BFE517B-8F8E-F866-64B6-6DDED753050B}"/>
                </a:ext>
              </a:extLst>
            </p:cNvPr>
            <p:cNvSpPr/>
            <p:nvPr>
              <p:custDataLst>
                <p:tags r:id="rId20"/>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9" name="Shape857">
            <a:extLst>
              <a:ext uri="{FF2B5EF4-FFF2-40B4-BE49-F238E27FC236}">
                <a16:creationId xmlns:a16="http://schemas.microsoft.com/office/drawing/2014/main" id="{C7D08B4B-6046-F6FB-79F7-566F0BBD0C38}"/>
              </a:ext>
            </a:extLst>
          </p:cNvPr>
          <p:cNvGrpSpPr/>
          <p:nvPr>
            <p:custDataLst>
              <p:tags r:id="rId10"/>
            </p:custDataLst>
          </p:nvPr>
        </p:nvGrpSpPr>
        <p:grpSpPr>
          <a:xfrm>
            <a:off x="6778763" y="3841040"/>
            <a:ext cx="222830" cy="236486"/>
            <a:chOff x="-100782" y="1857679"/>
            <a:chExt cx="468000" cy="468000"/>
          </a:xfrm>
        </p:grpSpPr>
        <p:sp>
          <p:nvSpPr>
            <p:cNvPr id="10" name="Shape808">
              <a:extLst>
                <a:ext uri="{FF2B5EF4-FFF2-40B4-BE49-F238E27FC236}">
                  <a16:creationId xmlns:a16="http://schemas.microsoft.com/office/drawing/2014/main" id="{2C0A382C-E5FE-BD24-9962-FB3DFCB75E77}"/>
                </a:ext>
              </a:extLst>
            </p:cNvPr>
            <p:cNvSpPr/>
            <p:nvPr>
              <p:custDataLst>
                <p:tags r:id="rId17"/>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11" name="Shape810">
              <a:extLst>
                <a:ext uri="{FF2B5EF4-FFF2-40B4-BE49-F238E27FC236}">
                  <a16:creationId xmlns:a16="http://schemas.microsoft.com/office/drawing/2014/main" id="{63FA0C23-8BED-031A-621F-7A03F764623F}"/>
                </a:ext>
              </a:extLst>
            </p:cNvPr>
            <p:cNvSpPr/>
            <p:nvPr>
              <p:custDataLst>
                <p:tags r:id="rId18"/>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12" name="Shape857">
            <a:extLst>
              <a:ext uri="{FF2B5EF4-FFF2-40B4-BE49-F238E27FC236}">
                <a16:creationId xmlns:a16="http://schemas.microsoft.com/office/drawing/2014/main" id="{862419E6-5B7F-DFC5-2DC8-5C2FA82C49DE}"/>
              </a:ext>
            </a:extLst>
          </p:cNvPr>
          <p:cNvGrpSpPr/>
          <p:nvPr>
            <p:custDataLst>
              <p:tags r:id="rId11"/>
            </p:custDataLst>
          </p:nvPr>
        </p:nvGrpSpPr>
        <p:grpSpPr>
          <a:xfrm>
            <a:off x="6742298" y="4565994"/>
            <a:ext cx="222830" cy="236486"/>
            <a:chOff x="-100782" y="1857679"/>
            <a:chExt cx="468000" cy="468000"/>
          </a:xfrm>
        </p:grpSpPr>
        <p:sp>
          <p:nvSpPr>
            <p:cNvPr id="13" name="Shape808">
              <a:extLst>
                <a:ext uri="{FF2B5EF4-FFF2-40B4-BE49-F238E27FC236}">
                  <a16:creationId xmlns:a16="http://schemas.microsoft.com/office/drawing/2014/main" id="{B8330E7F-1D6A-9745-8CEB-11AB03B795C8}"/>
                </a:ext>
              </a:extLst>
            </p:cNvPr>
            <p:cNvSpPr/>
            <p:nvPr>
              <p:custDataLst>
                <p:tags r:id="rId15"/>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14" name="Shape810">
              <a:extLst>
                <a:ext uri="{FF2B5EF4-FFF2-40B4-BE49-F238E27FC236}">
                  <a16:creationId xmlns:a16="http://schemas.microsoft.com/office/drawing/2014/main" id="{59E2E4D8-D81D-98B7-7609-8314373A545D}"/>
                </a:ext>
              </a:extLst>
            </p:cNvPr>
            <p:cNvSpPr/>
            <p:nvPr>
              <p:custDataLst>
                <p:tags r:id="rId16"/>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15" name="Shape857">
            <a:extLst>
              <a:ext uri="{FF2B5EF4-FFF2-40B4-BE49-F238E27FC236}">
                <a16:creationId xmlns:a16="http://schemas.microsoft.com/office/drawing/2014/main" id="{DF6FC91D-83FD-EF05-EA2F-3B9212DB2AB8}"/>
              </a:ext>
            </a:extLst>
          </p:cNvPr>
          <p:cNvGrpSpPr/>
          <p:nvPr>
            <p:custDataLst>
              <p:tags r:id="rId12"/>
            </p:custDataLst>
          </p:nvPr>
        </p:nvGrpSpPr>
        <p:grpSpPr>
          <a:xfrm>
            <a:off x="1067155" y="5847327"/>
            <a:ext cx="222830" cy="236486"/>
            <a:chOff x="-100782" y="1857679"/>
            <a:chExt cx="468000" cy="468000"/>
          </a:xfrm>
        </p:grpSpPr>
        <p:sp>
          <p:nvSpPr>
            <p:cNvPr id="16" name="Shape808">
              <a:extLst>
                <a:ext uri="{FF2B5EF4-FFF2-40B4-BE49-F238E27FC236}">
                  <a16:creationId xmlns:a16="http://schemas.microsoft.com/office/drawing/2014/main" id="{45DD4EBE-DF4F-8AED-4E81-F79975E9DE91}"/>
                </a:ext>
              </a:extLst>
            </p:cNvPr>
            <p:cNvSpPr/>
            <p:nvPr>
              <p:custDataLst>
                <p:tags r:id="rId13"/>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17" name="Shape810">
              <a:extLst>
                <a:ext uri="{FF2B5EF4-FFF2-40B4-BE49-F238E27FC236}">
                  <a16:creationId xmlns:a16="http://schemas.microsoft.com/office/drawing/2014/main" id="{C831927B-D8B1-78C9-8F59-DA18203D5735}"/>
                </a:ext>
              </a:extLst>
            </p:cNvPr>
            <p:cNvSpPr/>
            <p:nvPr>
              <p:custDataLst>
                <p:tags r:id="rId14"/>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Shape2409">
            <a:extLst>
              <a:ext uri="{FF2B5EF4-FFF2-40B4-BE49-F238E27FC236}">
                <a16:creationId xmlns:a16="http://schemas.microsoft.com/office/drawing/2014/main" id="{CE36765C-001C-6F2E-4DB8-9AB9F555166F}"/>
              </a:ext>
            </a:extLst>
          </p:cNvPr>
          <p:cNvPicPr/>
          <p:nvPr>
            <p:custDataLst>
              <p:tags r:id="rId1"/>
            </p:custDataLst>
          </p:nvPr>
        </p:nvPicPr>
        <p:blipFill>
          <a:blip r:embed="rId24">
            <a:extLst>
              <a:ext uri="{28A0092B-C50C-407E-A947-70E740481C1C}">
                <a14:useLocalDpi xmlns:a14="http://schemas.microsoft.com/office/drawing/2010/main" val="0"/>
              </a:ext>
            </a:extLst>
          </a:blip>
          <a:stretch>
            <a:fillRect/>
          </a:stretch>
        </p:blipFill>
        <p:spPr>
          <a:xfrm>
            <a:off x="185977" y="138101"/>
            <a:ext cx="6137049" cy="6316825"/>
          </a:xfrm>
          <a:prstGeom prst="rect">
            <a:avLst/>
          </a:prstGeom>
        </p:spPr>
      </p:pic>
      <p:sp>
        <p:nvSpPr>
          <p:cNvPr id="34" name="Shape2399"/>
          <p:cNvSpPr/>
          <p:nvPr>
            <p:custDataLst>
              <p:tags r:id="rId2"/>
            </p:custDataLst>
          </p:nvPr>
        </p:nvSpPr>
        <p:spPr>
          <a:xfrm>
            <a:off x="6885711" y="2761607"/>
            <a:ext cx="2220582" cy="1384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Category Distribution: 
The majority of cases 
fall under category 3 
(no disease), 
representing 87.8% 
of the dataset</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sp>
        <p:nvSpPr>
          <p:cNvPr id="38" name="Shape2401"/>
          <p:cNvSpPr/>
          <p:nvPr>
            <p:custDataLst>
              <p:tags r:id="rId3"/>
            </p:custDataLst>
          </p:nvPr>
        </p:nvSpPr>
        <p:spPr>
          <a:xfrm>
            <a:off x="6885710" y="4245606"/>
            <a:ext cx="1830629" cy="11541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Cirrhosis (Category 0): 
Comprises 4.9% of the 
data, indicating a small 
but significant subset 
of cases with cirrhosi</a:t>
            </a:r>
            <a:r>
              <a:rPr lang="en-US" sz="1500" dirty="0">
                <a:solidFill>
                  <a:srgbClr val="000000"/>
                </a:solidFill>
                <a:latin typeface="Times New Roman" panose="02020603050405020304" pitchFamily="18" charset="0"/>
                <a:cs typeface="Times New Roman" panose="02020603050405020304" pitchFamily="18" charset="0"/>
              </a:rPr>
              <a:t>s.</a:t>
            </a:r>
            <a:endParaRPr sz="1500" dirty="0">
              <a:solidFill>
                <a:srgbClr val="000000"/>
              </a:solidFill>
              <a:latin typeface="Times New Roman" panose="02020603050405020304" pitchFamily="18" charset="0"/>
              <a:cs typeface="Times New Roman" panose="02020603050405020304" pitchFamily="18" charset="0"/>
            </a:endParaRPr>
          </a:p>
        </p:txBody>
      </p:sp>
      <p:sp>
        <p:nvSpPr>
          <p:cNvPr id="42" name="Shape2403"/>
          <p:cNvSpPr/>
          <p:nvPr>
            <p:custDataLst>
              <p:tags r:id="rId4"/>
            </p:custDataLst>
          </p:nvPr>
        </p:nvSpPr>
        <p:spPr>
          <a:xfrm>
            <a:off x="6885710" y="5594390"/>
            <a:ext cx="2360871" cy="9233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R="0" lvl="0" defTabSz="914400" rtl="0" eaLnBrk="0" fontAlgn="base" latinLnBrk="0" hangingPunct="0">
              <a:spcBef>
                <a:spcPct val="0"/>
              </a:spcBef>
              <a:spcAft>
                <a:spcPct val="0"/>
              </a:spcAft>
              <a:buClrTx/>
              <a:buSzTx/>
              <a:tabLst/>
            </a:pPr>
            <a:r>
              <a:rPr kumimoji="0" lang="en-US" altLang="en-US" sz="1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Fibrosis (Category 1): Represents 3.4% of the data, showing fewer cases with fibrosis compared to cirrhosis.</a:t>
            </a:r>
          </a:p>
        </p:txBody>
      </p:sp>
      <p:sp>
        <p:nvSpPr>
          <p:cNvPr id="46" name="Shape2405"/>
          <p:cNvSpPr/>
          <p:nvPr>
            <p:custDataLst>
              <p:tags r:id="rId5"/>
            </p:custDataLst>
          </p:nvPr>
        </p:nvSpPr>
        <p:spPr>
          <a:xfrm>
            <a:off x="9671028" y="2792365"/>
            <a:ext cx="2220582" cy="11541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Hepatitis (Category 2): 
Accounts for 3.9% 
of the dataset, slightly 
more frequent than 
fibrosis</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sp>
        <p:nvSpPr>
          <p:cNvPr id="50" name="Shape2407"/>
          <p:cNvSpPr/>
          <p:nvPr>
            <p:custDataLst>
              <p:tags r:id="rId6"/>
            </p:custDataLst>
          </p:nvPr>
        </p:nvSpPr>
        <p:spPr>
          <a:xfrm>
            <a:off x="9671028" y="4146602"/>
            <a:ext cx="2220582" cy="2308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spcBef>
                <a:spcPct val="0"/>
              </a:spcBef>
              <a:spcAft>
                <a:spcPct val="0"/>
              </a:spcAft>
            </a:pPr>
            <a:r>
              <a:rPr sz="1500" dirty="0">
                <a:solidFill>
                  <a:srgbClr val="000000"/>
                </a:solidFill>
                <a:latin typeface="Times New Roman" panose="02020603050405020304" pitchFamily="18" charset="0"/>
                <a:cs typeface="Times New Roman" panose="02020603050405020304" pitchFamily="18" charset="0"/>
              </a:rPr>
              <a:t>Imbalance 
in Categories: 
The dataset is highly 
imbalanced, with 
a dominant proportion 
of healthy cases 
(category 3), which 
may influence model 
performance 
in classification tasks</a:t>
            </a:r>
            <a:r>
              <a:rPr lang="en-US" sz="1500" dirty="0">
                <a:solidFill>
                  <a:srgbClr val="000000"/>
                </a:solidFill>
                <a:latin typeface="Times New Roman" panose="02020603050405020304" pitchFamily="18" charset="0"/>
                <a:cs typeface="Times New Roman" panose="02020603050405020304" pitchFamily="18" charset="0"/>
              </a:rPr>
              <a:t>.</a:t>
            </a:r>
            <a:endParaRPr sz="1500" dirty="0">
              <a:solidFill>
                <a:srgbClr val="000000"/>
              </a:solidFill>
              <a:latin typeface="Times New Roman" panose="02020603050405020304" pitchFamily="18" charset="0"/>
              <a:cs typeface="Times New Roman" panose="02020603050405020304" pitchFamily="18" charset="0"/>
            </a:endParaRPr>
          </a:p>
        </p:txBody>
      </p:sp>
      <p:sp>
        <p:nvSpPr>
          <p:cNvPr id="2" name="Shape2385">
            <a:extLst>
              <a:ext uri="{FF2B5EF4-FFF2-40B4-BE49-F238E27FC236}">
                <a16:creationId xmlns:a16="http://schemas.microsoft.com/office/drawing/2014/main" id="{B920DB24-0F26-1127-AB93-AD3C4635446B}"/>
              </a:ext>
            </a:extLst>
          </p:cNvPr>
          <p:cNvSpPr/>
          <p:nvPr>
            <p:custDataLst>
              <p:tags r:id="rId7"/>
            </p:custDataLst>
          </p:nvPr>
        </p:nvSpPr>
        <p:spPr>
          <a:xfrm>
            <a:off x="7382005" y="1737909"/>
            <a:ext cx="2935034"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marL="0" marR="0" lvl="0" indent="0" algn="l" defTabSz="914400" rtl="0" eaLnBrk="1" fontAlgn="auto" latinLnBrk="0" hangingPunct="1">
              <a:lnSpc>
                <a:spcPct val="90000"/>
              </a:lnSpc>
              <a:spcBef>
                <a:spcPct val="0"/>
              </a:spcBef>
              <a:spcAft>
                <a:spcPct val="0"/>
              </a:spcAft>
              <a:buClrTx/>
              <a:buSzTx/>
              <a:buFontTx/>
              <a:buNone/>
              <a:defRPr/>
            </a:pPr>
            <a:r>
              <a:rPr kumimoji="0" lang="en-US" sz="40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8" charset="0"/>
                <a:ea typeface="Lora"/>
                <a:cs typeface="Times New Roman" panose="02020603050405020304" pitchFamily="18" charset="0"/>
              </a:rPr>
              <a:t>PIE CHART </a:t>
            </a:r>
          </a:p>
        </p:txBody>
      </p:sp>
      <p:grpSp>
        <p:nvGrpSpPr>
          <p:cNvPr id="3" name="Shape857">
            <a:extLst>
              <a:ext uri="{FF2B5EF4-FFF2-40B4-BE49-F238E27FC236}">
                <a16:creationId xmlns:a16="http://schemas.microsoft.com/office/drawing/2014/main" id="{D41AA3F3-D7F2-8249-3739-135198670913}"/>
              </a:ext>
            </a:extLst>
          </p:cNvPr>
          <p:cNvGrpSpPr/>
          <p:nvPr>
            <p:custDataLst>
              <p:tags r:id="rId8"/>
            </p:custDataLst>
          </p:nvPr>
        </p:nvGrpSpPr>
        <p:grpSpPr>
          <a:xfrm>
            <a:off x="6555577" y="2946155"/>
            <a:ext cx="222830" cy="236486"/>
            <a:chOff x="-100782" y="1857679"/>
            <a:chExt cx="468000" cy="468000"/>
          </a:xfrm>
        </p:grpSpPr>
        <p:sp>
          <p:nvSpPr>
            <p:cNvPr id="4" name="Shape808">
              <a:extLst>
                <a:ext uri="{FF2B5EF4-FFF2-40B4-BE49-F238E27FC236}">
                  <a16:creationId xmlns:a16="http://schemas.microsoft.com/office/drawing/2014/main" id="{0E42E72B-3662-B65B-8F9A-6E26B26DF874}"/>
                </a:ext>
              </a:extLst>
            </p:cNvPr>
            <p:cNvSpPr/>
            <p:nvPr>
              <p:custDataLst>
                <p:tags r:id="rId21"/>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5" name="Shape810">
              <a:extLst>
                <a:ext uri="{FF2B5EF4-FFF2-40B4-BE49-F238E27FC236}">
                  <a16:creationId xmlns:a16="http://schemas.microsoft.com/office/drawing/2014/main" id="{8A65D4E0-C409-62D5-3F54-5B7EBA6859F6}"/>
                </a:ext>
              </a:extLst>
            </p:cNvPr>
            <p:cNvSpPr/>
            <p:nvPr>
              <p:custDataLst>
                <p:tags r:id="rId22"/>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6" name="Shape857">
            <a:extLst>
              <a:ext uri="{FF2B5EF4-FFF2-40B4-BE49-F238E27FC236}">
                <a16:creationId xmlns:a16="http://schemas.microsoft.com/office/drawing/2014/main" id="{815E368C-C8D3-F7ED-F4F2-B45D17242FA4}"/>
              </a:ext>
            </a:extLst>
          </p:cNvPr>
          <p:cNvGrpSpPr/>
          <p:nvPr>
            <p:custDataLst>
              <p:tags r:id="rId9"/>
            </p:custDataLst>
          </p:nvPr>
        </p:nvGrpSpPr>
        <p:grpSpPr>
          <a:xfrm>
            <a:off x="6626415" y="4242289"/>
            <a:ext cx="222830" cy="236486"/>
            <a:chOff x="-100782" y="1857679"/>
            <a:chExt cx="468000" cy="468000"/>
          </a:xfrm>
        </p:grpSpPr>
        <p:sp>
          <p:nvSpPr>
            <p:cNvPr id="7" name="Shape808">
              <a:extLst>
                <a:ext uri="{FF2B5EF4-FFF2-40B4-BE49-F238E27FC236}">
                  <a16:creationId xmlns:a16="http://schemas.microsoft.com/office/drawing/2014/main" id="{EBD97DA7-B74C-B487-1635-822AA2C6EA2C}"/>
                </a:ext>
              </a:extLst>
            </p:cNvPr>
            <p:cNvSpPr/>
            <p:nvPr>
              <p:custDataLst>
                <p:tags r:id="rId19"/>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8" name="Shape810">
              <a:extLst>
                <a:ext uri="{FF2B5EF4-FFF2-40B4-BE49-F238E27FC236}">
                  <a16:creationId xmlns:a16="http://schemas.microsoft.com/office/drawing/2014/main" id="{4FB3B2E4-7222-6DAF-6608-B3F4E1AB8BED}"/>
                </a:ext>
              </a:extLst>
            </p:cNvPr>
            <p:cNvSpPr/>
            <p:nvPr>
              <p:custDataLst>
                <p:tags r:id="rId20"/>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dirty="0">
                <a:solidFill>
                  <a:srgbClr val="000000"/>
                </a:solidFill>
                <a:latin typeface="Times New Roman" panose="02020603050405020304" pitchFamily="18" charset="0"/>
                <a:cs typeface="Times New Roman" panose="02020603050405020304" pitchFamily="18" charset="0"/>
              </a:endParaRPr>
            </a:p>
          </p:txBody>
        </p:sp>
      </p:grpSp>
      <p:grpSp>
        <p:nvGrpSpPr>
          <p:cNvPr id="9" name="Shape857">
            <a:extLst>
              <a:ext uri="{FF2B5EF4-FFF2-40B4-BE49-F238E27FC236}">
                <a16:creationId xmlns:a16="http://schemas.microsoft.com/office/drawing/2014/main" id="{CD76A68D-C7C4-181C-C0FE-4F646BB9EE9F}"/>
              </a:ext>
            </a:extLst>
          </p:cNvPr>
          <p:cNvGrpSpPr/>
          <p:nvPr>
            <p:custDataLst>
              <p:tags r:id="rId10"/>
            </p:custDataLst>
          </p:nvPr>
        </p:nvGrpSpPr>
        <p:grpSpPr>
          <a:xfrm>
            <a:off x="6562072" y="5594390"/>
            <a:ext cx="222830" cy="236486"/>
            <a:chOff x="-100782" y="1857679"/>
            <a:chExt cx="468000" cy="468000"/>
          </a:xfrm>
        </p:grpSpPr>
        <p:sp>
          <p:nvSpPr>
            <p:cNvPr id="10" name="Shape808">
              <a:extLst>
                <a:ext uri="{FF2B5EF4-FFF2-40B4-BE49-F238E27FC236}">
                  <a16:creationId xmlns:a16="http://schemas.microsoft.com/office/drawing/2014/main" id="{E6726DE6-4800-752F-D41D-37615106F3FA}"/>
                </a:ext>
              </a:extLst>
            </p:cNvPr>
            <p:cNvSpPr/>
            <p:nvPr>
              <p:custDataLst>
                <p:tags r:id="rId17"/>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11" name="Shape810">
              <a:extLst>
                <a:ext uri="{FF2B5EF4-FFF2-40B4-BE49-F238E27FC236}">
                  <a16:creationId xmlns:a16="http://schemas.microsoft.com/office/drawing/2014/main" id="{6A6870BA-B619-7053-0C7B-BAC639A23E00}"/>
                </a:ext>
              </a:extLst>
            </p:cNvPr>
            <p:cNvSpPr/>
            <p:nvPr>
              <p:custDataLst>
                <p:tags r:id="rId18"/>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12" name="Shape857">
            <a:extLst>
              <a:ext uri="{FF2B5EF4-FFF2-40B4-BE49-F238E27FC236}">
                <a16:creationId xmlns:a16="http://schemas.microsoft.com/office/drawing/2014/main" id="{4AF6C28B-79A4-E2E1-CE8E-B776366067E7}"/>
              </a:ext>
            </a:extLst>
          </p:cNvPr>
          <p:cNvGrpSpPr/>
          <p:nvPr>
            <p:custDataLst>
              <p:tags r:id="rId11"/>
            </p:custDataLst>
          </p:nvPr>
        </p:nvGrpSpPr>
        <p:grpSpPr>
          <a:xfrm>
            <a:off x="9381802" y="2811064"/>
            <a:ext cx="222830" cy="236486"/>
            <a:chOff x="-100782" y="1857679"/>
            <a:chExt cx="468000" cy="468000"/>
          </a:xfrm>
        </p:grpSpPr>
        <p:sp>
          <p:nvSpPr>
            <p:cNvPr id="13" name="Shape808">
              <a:extLst>
                <a:ext uri="{FF2B5EF4-FFF2-40B4-BE49-F238E27FC236}">
                  <a16:creationId xmlns:a16="http://schemas.microsoft.com/office/drawing/2014/main" id="{1F44A1D4-F62A-5153-DB9E-B164F2343303}"/>
                </a:ext>
              </a:extLst>
            </p:cNvPr>
            <p:cNvSpPr/>
            <p:nvPr>
              <p:custDataLst>
                <p:tags r:id="rId15"/>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14" name="Shape810">
              <a:extLst>
                <a:ext uri="{FF2B5EF4-FFF2-40B4-BE49-F238E27FC236}">
                  <a16:creationId xmlns:a16="http://schemas.microsoft.com/office/drawing/2014/main" id="{FF3C0DD8-9945-8573-B289-EBC388D631A9}"/>
                </a:ext>
              </a:extLst>
            </p:cNvPr>
            <p:cNvSpPr/>
            <p:nvPr>
              <p:custDataLst>
                <p:tags r:id="rId16"/>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grpSp>
        <p:nvGrpSpPr>
          <p:cNvPr id="15" name="Shape857">
            <a:extLst>
              <a:ext uri="{FF2B5EF4-FFF2-40B4-BE49-F238E27FC236}">
                <a16:creationId xmlns:a16="http://schemas.microsoft.com/office/drawing/2014/main" id="{C5EB4CB6-4EFE-10EE-A5FC-8421A015E4C6}"/>
              </a:ext>
            </a:extLst>
          </p:cNvPr>
          <p:cNvGrpSpPr/>
          <p:nvPr>
            <p:custDataLst>
              <p:tags r:id="rId12"/>
            </p:custDataLst>
          </p:nvPr>
        </p:nvGrpSpPr>
        <p:grpSpPr>
          <a:xfrm>
            <a:off x="9381802" y="4199867"/>
            <a:ext cx="222830" cy="236486"/>
            <a:chOff x="-100782" y="1857679"/>
            <a:chExt cx="468000" cy="468000"/>
          </a:xfrm>
        </p:grpSpPr>
        <p:sp>
          <p:nvSpPr>
            <p:cNvPr id="16" name="Shape808">
              <a:extLst>
                <a:ext uri="{FF2B5EF4-FFF2-40B4-BE49-F238E27FC236}">
                  <a16:creationId xmlns:a16="http://schemas.microsoft.com/office/drawing/2014/main" id="{50E4D912-F4AA-30B2-F0E3-AA76B27A4113}"/>
                </a:ext>
              </a:extLst>
            </p:cNvPr>
            <p:cNvSpPr/>
            <p:nvPr>
              <p:custDataLst>
                <p:tags r:id="rId13"/>
              </p:custDataLst>
            </p:nvPr>
          </p:nvSpPr>
          <p:spPr>
            <a:xfrm>
              <a:off x="-100782" y="1857679"/>
              <a:ext cx="468000" cy="468000"/>
            </a:xfrm>
            <a:prstGeom prst="rect">
              <a:avLst/>
            </a:prstGeom>
            <a:noFill/>
            <a:ln w="12700">
              <a:noFill/>
            </a:ln>
          </p:spPr>
          <p:style>
            <a:lnRef idx="0">
              <a:scrgbClr r="0" g="0" b="0"/>
            </a:lnRef>
            <a:fillRef idx="0">
              <a:scrgbClr r="0" g="0" b="0"/>
            </a:fillRef>
            <a:effectRef idx="0">
              <a:scrgbClr r="0" g="0" b="0"/>
            </a:effectRef>
            <a:fontRef idx="minor"/>
          </p:style>
          <p:txBody>
            <a:bodyPr vertOverflow="overflow" horzOverflow="overflow" lIns="20448" tIns="20448" rIns="20448" bIns="20448" anchor="ctr">
              <a:noAutofit/>
            </a:bodyPr>
            <a:lstStyle>
              <a:defPPr>
                <a:defRPr lang="ru-RU"/>
              </a:defPPr>
              <a:lvl1pPr marL="0" algn="l" defTabSz="731520" rtl="0" eaLnBrk="1" latinLnBrk="0" hangingPunct="1">
                <a:defRPr sz="1440" kern="1200">
                  <a:solidFill>
                    <a:schemeClr val="tx1"/>
                  </a:solidFill>
                  <a:latin typeface="Lora"/>
                  <a:ea typeface="Lora"/>
                  <a:cs typeface="Lora"/>
                </a:defRPr>
              </a:lvl1pPr>
              <a:lvl2pPr marL="365760" algn="l" defTabSz="731520" rtl="0" eaLnBrk="1" latinLnBrk="0" hangingPunct="1">
                <a:defRPr sz="1440" kern="1200">
                  <a:solidFill>
                    <a:schemeClr val="tx1"/>
                  </a:solidFill>
                  <a:latin typeface="Lora"/>
                  <a:ea typeface="Lora"/>
                  <a:cs typeface="Lora"/>
                </a:defRPr>
              </a:lvl2pPr>
              <a:lvl3pPr marL="731520" algn="l" defTabSz="731520" rtl="0" eaLnBrk="1" latinLnBrk="0" hangingPunct="1">
                <a:defRPr sz="1440" kern="1200">
                  <a:solidFill>
                    <a:schemeClr val="tx1"/>
                  </a:solidFill>
                  <a:latin typeface="Lora"/>
                  <a:ea typeface="Lora"/>
                  <a:cs typeface="Lora"/>
                </a:defRPr>
              </a:lvl3pPr>
              <a:lvl4pPr marL="1097280" algn="l" defTabSz="731520" rtl="0" eaLnBrk="1" latinLnBrk="0" hangingPunct="1">
                <a:defRPr sz="1440" kern="1200">
                  <a:solidFill>
                    <a:schemeClr val="tx1"/>
                  </a:solidFill>
                  <a:latin typeface="Lora"/>
                  <a:ea typeface="Lora"/>
                  <a:cs typeface="Lora"/>
                </a:defRPr>
              </a:lvl4pPr>
              <a:lvl5pPr marL="1463040" algn="l" defTabSz="731520" rtl="0" eaLnBrk="1" latinLnBrk="0" hangingPunct="1">
                <a:defRPr sz="1440" kern="1200">
                  <a:solidFill>
                    <a:schemeClr val="tx1"/>
                  </a:solidFill>
                  <a:latin typeface="Lora"/>
                  <a:ea typeface="Lora"/>
                  <a:cs typeface="Lora"/>
                </a:defRPr>
              </a:lvl5pPr>
              <a:lvl6pPr marL="1828800" algn="l" defTabSz="731520" rtl="0" eaLnBrk="1" latinLnBrk="0" hangingPunct="1">
                <a:defRPr sz="1440" kern="1200">
                  <a:solidFill>
                    <a:schemeClr val="tx1"/>
                  </a:solidFill>
                  <a:latin typeface="Lora"/>
                  <a:ea typeface="Lora"/>
                  <a:cs typeface="Lora"/>
                </a:defRPr>
              </a:lvl6pPr>
              <a:lvl7pPr marL="2194560" algn="l" defTabSz="731520" rtl="0" eaLnBrk="1" latinLnBrk="0" hangingPunct="1">
                <a:defRPr sz="1440" kern="1200">
                  <a:solidFill>
                    <a:schemeClr val="tx1"/>
                  </a:solidFill>
                  <a:latin typeface="Lora"/>
                  <a:ea typeface="Lora"/>
                  <a:cs typeface="Lora"/>
                </a:defRPr>
              </a:lvl7pPr>
              <a:lvl8pPr marL="2560320" algn="l" defTabSz="731520" rtl="0" eaLnBrk="1" latinLnBrk="0" hangingPunct="1">
                <a:defRPr sz="1440" kern="1200">
                  <a:solidFill>
                    <a:schemeClr val="tx1"/>
                  </a:solidFill>
                  <a:latin typeface="Lora"/>
                  <a:ea typeface="Lora"/>
                  <a:cs typeface="Lora"/>
                </a:defRPr>
              </a:lvl8pPr>
              <a:lvl9pPr marL="2926080" algn="l" defTabSz="731520" rtl="0" eaLnBrk="1" latinLnBrk="0" hangingPunct="1">
                <a:defRPr sz="1440" kern="1200">
                  <a:solidFill>
                    <a:schemeClr val="tx1"/>
                  </a:solidFill>
                  <a:latin typeface="Lora"/>
                  <a:ea typeface="Lora"/>
                  <a:cs typeface="Lora"/>
                </a:defRPr>
              </a:lvl9pPr>
            </a:lstStyle>
            <a:p>
              <a:pPr algn="ctr">
                <a:lnSpc>
                  <a:spcPct val="100000"/>
                </a:lnSpc>
              </a:pPr>
              <a:endParaRPr lang="en-US" sz="1500" b="0" strike="noStrike" spc="-1">
                <a:latin typeface="Times New Roman" panose="02020603050405020304" pitchFamily="18" charset="0"/>
                <a:cs typeface="Times New Roman" panose="02020603050405020304" pitchFamily="18" charset="0"/>
              </a:endParaRPr>
            </a:p>
          </p:txBody>
        </p:sp>
        <p:sp>
          <p:nvSpPr>
            <p:cNvPr id="17" name="Shape810">
              <a:extLst>
                <a:ext uri="{FF2B5EF4-FFF2-40B4-BE49-F238E27FC236}">
                  <a16:creationId xmlns:a16="http://schemas.microsoft.com/office/drawing/2014/main" id="{8B192276-91C0-B367-30F3-7B0575DFD9A6}"/>
                </a:ext>
              </a:extLst>
            </p:cNvPr>
            <p:cNvSpPr/>
            <p:nvPr>
              <p:custDataLst>
                <p:tags r:id="rId14"/>
              </p:custDataLst>
            </p:nvPr>
          </p:nvSpPr>
          <p:spPr>
            <a:xfrm rot="2700000">
              <a:off x="25218" y="1981955"/>
              <a:ext cx="216000" cy="216000"/>
            </a:xfrm>
            <a:prstGeom prst="ellipse">
              <a:avLst/>
            </a:prstGeom>
            <a:solidFill>
              <a:srgbClr val="000000"/>
            </a:solidFill>
            <a:ln w="12700">
              <a:noFill/>
            </a:ln>
          </p:spPr>
          <p:style>
            <a:lnRef idx="0">
              <a:scrgbClr r="0" g="0" b="0"/>
            </a:lnRef>
            <a:fillRef idx="0">
              <a:scrgbClr r="0" g="0" b="0"/>
            </a:fillRef>
            <a:effectRef idx="0">
              <a:scrgbClr r="0" g="0" b="0"/>
            </a:effectRef>
            <a:fontRef idx="minor"/>
          </p:style>
          <p:txBody>
            <a:bodyPr/>
            <a:lstStyle>
              <a:defPPr>
                <a:defRPr lang="en-US"/>
              </a:defPPr>
              <a:lvl1pPr marL="0" algn="l" defTabSz="914400" rtl="0" eaLnBrk="1" latinLnBrk="0" hangingPunct="1">
                <a:defRPr sz="1800" kern="1200">
                  <a:solidFill>
                    <a:schemeClr val="tx1"/>
                  </a:solidFill>
                  <a:latin typeface="Lora"/>
                  <a:ea typeface="Arial"/>
                  <a:cs typeface="Arial"/>
                </a:defRPr>
              </a:lvl1pPr>
              <a:lvl2pPr marL="457200" algn="l" defTabSz="914400" rtl="0" eaLnBrk="1" latinLnBrk="0" hangingPunct="1">
                <a:defRPr sz="1800" kern="1200">
                  <a:solidFill>
                    <a:schemeClr val="tx1"/>
                  </a:solidFill>
                  <a:latin typeface="Lora"/>
                  <a:ea typeface="Arial"/>
                  <a:cs typeface="Arial"/>
                </a:defRPr>
              </a:lvl2pPr>
              <a:lvl3pPr marL="914400" algn="l" defTabSz="914400" rtl="0" eaLnBrk="1" latinLnBrk="0" hangingPunct="1">
                <a:defRPr sz="1800" kern="1200">
                  <a:solidFill>
                    <a:schemeClr val="tx1"/>
                  </a:solidFill>
                  <a:latin typeface="Lora"/>
                  <a:ea typeface="Arial"/>
                  <a:cs typeface="Arial"/>
                </a:defRPr>
              </a:lvl3pPr>
              <a:lvl4pPr marL="1371600" algn="l" defTabSz="914400" rtl="0" eaLnBrk="1" latinLnBrk="0" hangingPunct="1">
                <a:defRPr sz="1800" kern="1200">
                  <a:solidFill>
                    <a:schemeClr val="tx1"/>
                  </a:solidFill>
                  <a:latin typeface="Lora"/>
                  <a:ea typeface="Arial"/>
                  <a:cs typeface="Arial"/>
                </a:defRPr>
              </a:lvl4pPr>
              <a:lvl5pPr marL="1828800" algn="l" defTabSz="914400" rtl="0" eaLnBrk="1" latinLnBrk="0" hangingPunct="1">
                <a:defRPr sz="1800" kern="1200">
                  <a:solidFill>
                    <a:schemeClr val="tx1"/>
                  </a:solidFill>
                  <a:latin typeface="Lora"/>
                  <a:ea typeface="Arial"/>
                  <a:cs typeface="Arial"/>
                </a:defRPr>
              </a:lvl5pPr>
              <a:lvl6pPr marL="2286000" algn="l" defTabSz="914400" rtl="0" eaLnBrk="1" latinLnBrk="0" hangingPunct="1">
                <a:defRPr sz="1800" kern="1200">
                  <a:solidFill>
                    <a:schemeClr val="tx1"/>
                  </a:solidFill>
                  <a:latin typeface="Lora"/>
                  <a:ea typeface="Arial"/>
                  <a:cs typeface="Arial"/>
                </a:defRPr>
              </a:lvl6pPr>
              <a:lvl7pPr marL="2743200" algn="l" defTabSz="914400" rtl="0" eaLnBrk="1" latinLnBrk="0" hangingPunct="1">
                <a:defRPr sz="1800" kern="1200">
                  <a:solidFill>
                    <a:schemeClr val="tx1"/>
                  </a:solidFill>
                  <a:latin typeface="Lora"/>
                  <a:ea typeface="Arial"/>
                  <a:cs typeface="Arial"/>
                </a:defRPr>
              </a:lvl7pPr>
              <a:lvl8pPr marL="3200400" algn="l" defTabSz="914400" rtl="0" eaLnBrk="1" latinLnBrk="0" hangingPunct="1">
                <a:defRPr sz="1800" kern="1200">
                  <a:solidFill>
                    <a:schemeClr val="tx1"/>
                  </a:solidFill>
                  <a:latin typeface="Lora"/>
                  <a:ea typeface="Arial"/>
                  <a:cs typeface="Arial"/>
                </a:defRPr>
              </a:lvl8pPr>
              <a:lvl9pPr marL="3657600" algn="l" defTabSz="914400" rtl="0" eaLnBrk="1" latinLnBrk="0" hangingPunct="1">
                <a:defRPr sz="1800" kern="1200">
                  <a:solidFill>
                    <a:schemeClr val="tx1"/>
                  </a:solidFill>
                  <a:latin typeface="Lora"/>
                  <a:ea typeface="Arial"/>
                  <a:cs typeface="Arial"/>
                </a:defRPr>
              </a:lvl9pPr>
            </a:lstStyle>
            <a:p>
              <a:pPr defTabSz="731520"/>
              <a:endParaRPr lang="ru-RU" sz="1500">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B5C6A-A8E8-D13B-4C0A-2207ACC040DE}"/>
              </a:ext>
            </a:extLst>
          </p:cNvPr>
          <p:cNvSpPr txBox="1">
            <a:spLocks/>
          </p:cNvSpPr>
          <p:nvPr/>
        </p:nvSpPr>
        <p:spPr>
          <a:xfrm>
            <a:off x="1940159" y="163363"/>
            <a:ext cx="8126962" cy="1158649"/>
          </a:xfrm>
          <a:prstGeom prst="rect">
            <a:avLst/>
          </a:prstGeom>
        </p:spPr>
        <p:txBody>
          <a:bodyPr>
            <a:normAutofit fontScale="97500"/>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r>
              <a:rPr lang="en-US" sz="5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a:t>
            </a:r>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5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BUILDING</a:t>
            </a:r>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052ABC5-A395-C23C-DE1F-B4ED4B72CAB5}"/>
              </a:ext>
            </a:extLst>
          </p:cNvPr>
          <p:cNvSpPr txBox="1"/>
          <p:nvPr/>
        </p:nvSpPr>
        <p:spPr>
          <a:xfrm>
            <a:off x="373224" y="1322012"/>
            <a:ext cx="11541968" cy="4918654"/>
          </a:xfrm>
          <a:prstGeom prst="rect">
            <a:avLst/>
          </a:prstGeom>
          <a:noFill/>
        </p:spPr>
        <p:txBody>
          <a:bodyPr wrap="square">
            <a:spAutoFit/>
          </a:bodyPr>
          <a:lstStyle/>
          <a:p>
            <a:pPr algn="just">
              <a:lnSpc>
                <a:spcPct val="150000"/>
              </a:lnSpc>
            </a:pPr>
            <a:r>
              <a:rPr lang="en-US" sz="1500" b="0" i="1" dirty="0">
                <a:solidFill>
                  <a:srgbClr val="0D0D0D"/>
                </a:solidFill>
                <a:effectLst/>
                <a:latin typeface="Segoe UI Variable Small Semibol" pitchFamily="2" charset="0"/>
                <a:cs typeface="Times New Roman" panose="02020603050405020304" pitchFamily="18" charset="0"/>
              </a:rPr>
              <a:t>For model building, we explored multiple algorithms to find the one with the best accuracy</a:t>
            </a:r>
          </a:p>
          <a:p>
            <a:pPr algn="just">
              <a:lnSpc>
                <a:spcPct val="150000"/>
              </a:lnSpc>
            </a:pPr>
            <a:r>
              <a:rPr lang="en-IN" sz="1500" i="1" dirty="0">
                <a:solidFill>
                  <a:srgbClr val="0D0D0D"/>
                </a:solidFill>
                <a:effectLst/>
                <a:latin typeface="Segoe UI Variable Small Semibol" pitchFamily="2" charset="0"/>
                <a:cs typeface="Times New Roman" panose="02020603050405020304" pitchFamily="18" charset="0"/>
              </a:rPr>
              <a:t>Models Used: </a:t>
            </a:r>
            <a:r>
              <a:rPr lang="en-IN" sz="1500" b="0" i="1" dirty="0">
                <a:solidFill>
                  <a:srgbClr val="0D0D0D"/>
                </a:solidFill>
                <a:effectLst/>
                <a:latin typeface="Segoe UI Variable Small Semibol" pitchFamily="2" charset="0"/>
                <a:cs typeface="Times New Roman" panose="02020603050405020304" pitchFamily="18" charset="0"/>
              </a:rPr>
              <a:t>We evaluated 7 different models:</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Logistic Regression</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Decision Tree Classifier</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Random Forest Classifier</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Gradient Boosting Classifier</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XGBM Classifier</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K-Nearest Neighbours (KNN)</a:t>
            </a:r>
          </a:p>
          <a:p>
            <a:pPr marL="742950" lvl="1" indent="-285750" algn="just">
              <a:lnSpc>
                <a:spcPct val="150000"/>
              </a:lnSpc>
              <a:buFont typeface="+mj-lt"/>
              <a:buAutoNum type="arabicPeriod"/>
            </a:pPr>
            <a:r>
              <a:rPr lang="en-IN" sz="1500" b="0" i="1" dirty="0">
                <a:solidFill>
                  <a:srgbClr val="0D0D0D"/>
                </a:solidFill>
                <a:effectLst/>
                <a:latin typeface="Segoe UI Variable Small Semibol" pitchFamily="2" charset="0"/>
                <a:cs typeface="Times New Roman" panose="02020603050405020304" pitchFamily="18" charset="0"/>
              </a:rPr>
              <a:t>Support Vector Machine (SVM)</a:t>
            </a:r>
          </a:p>
          <a:p>
            <a:pPr algn="just">
              <a:lnSpc>
                <a:spcPct val="150000"/>
              </a:lnSpc>
            </a:pPr>
            <a:r>
              <a:rPr lang="en-US" sz="1500" i="1" dirty="0">
                <a:solidFill>
                  <a:srgbClr val="0D0D0D"/>
                </a:solidFill>
                <a:effectLst/>
                <a:latin typeface="Segoe UI Variable Small Semibol" pitchFamily="2" charset="0"/>
                <a:cs typeface="Times New Roman" panose="02020603050405020304" pitchFamily="18" charset="0"/>
              </a:rPr>
              <a:t>Evaluation Metrics: </a:t>
            </a:r>
            <a:r>
              <a:rPr lang="en-US" sz="1500" b="0" i="1" dirty="0">
                <a:solidFill>
                  <a:srgbClr val="0D0D0D"/>
                </a:solidFill>
                <a:effectLst/>
                <a:latin typeface="Segoe UI Variable Small Semibol" pitchFamily="2" charset="0"/>
                <a:cs typeface="Times New Roman" panose="02020603050405020304" pitchFamily="18" charset="0"/>
              </a:rPr>
              <a:t>Each model was assessed based on its accuracy and other relevant performance metrics.</a:t>
            </a:r>
          </a:p>
          <a:p>
            <a:pPr algn="just">
              <a:lnSpc>
                <a:spcPct val="150000"/>
              </a:lnSpc>
            </a:pPr>
            <a:r>
              <a:rPr lang="en-US" sz="1500" i="1" dirty="0">
                <a:solidFill>
                  <a:srgbClr val="0D0D0D"/>
                </a:solidFill>
                <a:effectLst/>
                <a:latin typeface="Segoe UI Variable Small Semibol" pitchFamily="2" charset="0"/>
                <a:cs typeface="Times New Roman" panose="02020603050405020304" pitchFamily="18" charset="0"/>
              </a:rPr>
              <a:t>Result: </a:t>
            </a:r>
            <a:r>
              <a:rPr lang="en-US" sz="1500" b="0" i="1" dirty="0">
                <a:solidFill>
                  <a:srgbClr val="0D0D0D"/>
                </a:solidFill>
                <a:effectLst/>
                <a:latin typeface="Segoe UI Variable Small Semibol" pitchFamily="2" charset="0"/>
                <a:cs typeface="Times New Roman" panose="02020603050405020304" pitchFamily="18" charset="0"/>
              </a:rPr>
              <a:t>The model with the highest accuracy and stability was selected as the best model.</a:t>
            </a:r>
          </a:p>
          <a:p>
            <a:pPr algn="just">
              <a:lnSpc>
                <a:spcPct val="150000"/>
              </a:lnSpc>
            </a:pPr>
            <a:r>
              <a:rPr kumimoji="0" lang="en-US" altLang="en-US" sz="1500" b="0" i="1" u="none" strike="noStrike" cap="none" normalizeH="0" baseline="0" dirty="0">
                <a:ln>
                  <a:noFill/>
                </a:ln>
                <a:solidFill>
                  <a:srgbClr val="0D0D0D"/>
                </a:solidFill>
                <a:effectLst/>
                <a:latin typeface="Segoe UI Variable Small Semibol" pitchFamily="2" charset="0"/>
                <a:cs typeface="Times New Roman" panose="02020603050405020304" pitchFamily="18" charset="0"/>
              </a:rPr>
              <a:t>We split the dataset into training and testing sets, with 67% used for training and 33% for testing. We used train_test_split with a test_ size of 0.33, and set random_state=42 to ensure consistent results</a:t>
            </a:r>
            <a:r>
              <a:rPr kumimoji="0" lang="en-US" altLang="en-US" sz="1500" b="0" i="1" u="none" strike="noStrike" cap="none" normalizeH="0" baseline="0" dirty="0">
                <a:ln>
                  <a:noFill/>
                </a:ln>
                <a:solidFill>
                  <a:schemeClr val="tx1"/>
                </a:solidFill>
                <a:effectLst/>
                <a:latin typeface="Segoe UI Variable Small Semibol" pitchFamily="2" charset="0"/>
                <a:cs typeface="Times New Roman" panose="02020603050405020304" pitchFamily="18" charset="0"/>
              </a:rPr>
              <a:t> </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3361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178D65-5243-146A-6CCE-4E1DF09696C5}"/>
              </a:ext>
            </a:extLst>
          </p:cNvPr>
          <p:cNvSpPr txBox="1"/>
          <p:nvPr/>
        </p:nvSpPr>
        <p:spPr>
          <a:xfrm>
            <a:off x="-1554" y="-157060"/>
            <a:ext cx="12193554" cy="830997"/>
          </a:xfrm>
          <a:prstGeom prst="rect">
            <a:avLst/>
          </a:prstGeom>
          <a:noFill/>
        </p:spPr>
        <p:txBody>
          <a:bodyPr wrap="square">
            <a:spAutoFit/>
          </a:bodyPr>
          <a:lstStyle/>
          <a:p>
            <a:pPr algn="ctr"/>
            <a:r>
              <a:rPr kumimoji="0" lang="en-US" altLang="en-US" sz="4800" b="0" i="0" u="none" strike="noStrike" cap="none" normalizeH="0" baseline="0" dirty="0">
                <a:ln>
                  <a:noFill/>
                </a:ln>
                <a:solidFill>
                  <a:srgbClr val="0D0D0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Logistic Regression</a:t>
            </a:r>
            <a:endParaRPr lang="en-IN" sz="4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6">
            <a:extLst>
              <a:ext uri="{FF2B5EF4-FFF2-40B4-BE49-F238E27FC236}">
                <a16:creationId xmlns:a16="http://schemas.microsoft.com/office/drawing/2014/main" id="{35EA4272-FBB7-A3D5-DF84-4460B63D14D8}"/>
              </a:ext>
            </a:extLst>
          </p:cNvPr>
          <p:cNvSpPr txBox="1">
            <a:spLocks/>
          </p:cNvSpPr>
          <p:nvPr/>
        </p:nvSpPr>
        <p:spPr>
          <a:xfrm>
            <a:off x="184280" y="532833"/>
            <a:ext cx="12007720" cy="5792333"/>
          </a:xfrm>
          <a:prstGeom prst="rect">
            <a:avLst/>
          </a:prstGeom>
        </p:spPr>
        <p:txBody>
          <a:bodyPr>
            <a:no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just" eaLnBrk="0" fontAlgn="base" hangingPunct="0">
              <a:lnSpc>
                <a:spcPct val="150000"/>
              </a:lnSpc>
              <a:spcBef>
                <a:spcPct val="0"/>
              </a:spcBef>
              <a:spcAft>
                <a:spcPct val="0"/>
              </a:spcAft>
              <a:buFontTx/>
              <a:buNone/>
            </a:pPr>
            <a:r>
              <a:rPr lang="en-US" altLang="en-US" sz="1600" dirty="0">
                <a:solidFill>
                  <a:srgbClr val="0D0D0D"/>
                </a:solidFill>
                <a:latin typeface="Segoe UI Variable Display" pitchFamily="2" charset="0"/>
                <a:cs typeface="Times New Roman" panose="02020603050405020304" pitchFamily="18" charset="0"/>
              </a:rPr>
              <a:t>To implement and evaluate the Logistic Regression model, we followed these steps:</a:t>
            </a:r>
            <a:endParaRPr lang="en-US" altLang="en-US" sz="1600" dirty="0">
              <a:solidFill>
                <a:schemeClr val="tx1"/>
              </a:solidFill>
              <a:latin typeface="Segoe UI Variable Display" pitchFamily="2" charset="0"/>
              <a:cs typeface="Times New Roman" panose="02020603050405020304" pitchFamily="18" charset="0"/>
            </a:endParaRPr>
          </a:p>
          <a:p>
            <a:pPr marL="0" indent="0" algn="just" eaLnBrk="0" fontAlgn="base" hangingPunct="0">
              <a:lnSpc>
                <a:spcPct val="150000"/>
              </a:lnSpc>
              <a:spcBef>
                <a:spcPct val="0"/>
              </a:spcBef>
              <a:spcAft>
                <a:spcPct val="0"/>
              </a:spcAft>
              <a:buFontTx/>
              <a:buAutoNum type="arabicPeriod"/>
            </a:pPr>
            <a:r>
              <a:rPr lang="en-US" altLang="en-US" sz="1600" dirty="0">
                <a:solidFill>
                  <a:srgbClr val="0D0D0D"/>
                </a:solidFill>
                <a:latin typeface="Segoe UI Variable Display" pitchFamily="2" charset="0"/>
                <a:cs typeface="Times New Roman" panose="02020603050405020304" pitchFamily="18" charset="0"/>
              </a:rPr>
              <a:t>Model Initialization: Created a Logistic Regression model using Logistic Regression().</a:t>
            </a:r>
          </a:p>
          <a:p>
            <a:pPr marL="0" indent="0" algn="just" eaLnBrk="0" fontAlgn="base" hangingPunct="0">
              <a:lnSpc>
                <a:spcPct val="150000"/>
              </a:lnSpc>
              <a:spcBef>
                <a:spcPct val="0"/>
              </a:spcBef>
              <a:spcAft>
                <a:spcPct val="0"/>
              </a:spcAft>
              <a:buFontTx/>
              <a:buAutoNum type="arabicPeriod" startAt="2"/>
            </a:pPr>
            <a:r>
              <a:rPr lang="en-US" altLang="en-US" sz="1600" dirty="0">
                <a:solidFill>
                  <a:srgbClr val="0D0D0D"/>
                </a:solidFill>
                <a:latin typeface="Segoe UI Variable Display" pitchFamily="2" charset="0"/>
                <a:cs typeface="Times New Roman" panose="02020603050405020304" pitchFamily="18" charset="0"/>
              </a:rPr>
              <a:t>Model Training: Trained the model using the training data with model1.fit(x_train, y_train).</a:t>
            </a:r>
          </a:p>
          <a:p>
            <a:pPr marL="0" indent="0" algn="just" eaLnBrk="0" fontAlgn="base" hangingPunct="0">
              <a:lnSpc>
                <a:spcPct val="150000"/>
              </a:lnSpc>
              <a:spcBef>
                <a:spcPct val="0"/>
              </a:spcBef>
              <a:spcAft>
                <a:spcPct val="0"/>
              </a:spcAft>
              <a:buFontTx/>
              <a:buAutoNum type="arabicPeriod" startAt="3"/>
            </a:pPr>
            <a:r>
              <a:rPr lang="en-US" altLang="en-US" sz="1600" dirty="0">
                <a:solidFill>
                  <a:srgbClr val="0D0D0D"/>
                </a:solidFill>
                <a:latin typeface="Segoe UI Variable Display" pitchFamily="2" charset="0"/>
                <a:cs typeface="Times New Roman" panose="02020603050405020304" pitchFamily="18" charset="0"/>
              </a:rPr>
              <a:t>Prediction: Generated predictions on the test data using y_predict1 = model1.predict(x_test).</a:t>
            </a:r>
          </a:p>
          <a:p>
            <a:pPr marL="0" indent="0" algn="just" eaLnBrk="0" fontAlgn="base" hangingPunct="0">
              <a:lnSpc>
                <a:spcPct val="150000"/>
              </a:lnSpc>
              <a:spcBef>
                <a:spcPct val="0"/>
              </a:spcBef>
              <a:spcAft>
                <a:spcPct val="0"/>
              </a:spcAft>
              <a:buFontTx/>
              <a:buAutoNum type="arabicPeriod" startAt="4"/>
            </a:pPr>
            <a:r>
              <a:rPr lang="en-US" altLang="en-US" sz="1600" dirty="0">
                <a:solidFill>
                  <a:srgbClr val="0D0D0D"/>
                </a:solidFill>
                <a:latin typeface="Segoe UI Variable Display" pitchFamily="2" charset="0"/>
                <a:cs typeface="Times New Roman" panose="02020603050405020304" pitchFamily="18" charset="0"/>
              </a:rPr>
              <a:t>Result Comparison: Created a Data Frame (df1) to compare the actual vs. predicted values</a:t>
            </a:r>
          </a:p>
          <a:p>
            <a:pPr marL="0" indent="0" algn="just" eaLnBrk="0" fontAlgn="base" hangingPunct="0">
              <a:lnSpc>
                <a:spcPct val="150000"/>
              </a:lnSpc>
              <a:spcBef>
                <a:spcPct val="0"/>
              </a:spcBef>
              <a:spcAft>
                <a:spcPct val="0"/>
              </a:spcAft>
              <a:buFontTx/>
              <a:buAutoNum type="arabicPeriod" startAt="4"/>
            </a:pPr>
            <a:r>
              <a:rPr lang="en-US" altLang="en-US" sz="1600" dirty="0">
                <a:solidFill>
                  <a:srgbClr val="0D0D0D"/>
                </a:solidFill>
                <a:latin typeface="Segoe UI Variable Display" pitchFamily="2" charset="0"/>
                <a:cs typeface="Times New Roman" panose="02020603050405020304" pitchFamily="18" charset="0"/>
              </a:rPr>
              <a:t>This is the confusion matrix </a:t>
            </a:r>
          </a:p>
          <a:p>
            <a:pPr marL="0" indent="0" algn="just" eaLnBrk="0" fontAlgn="base" hangingPunct="0">
              <a:lnSpc>
                <a:spcPct val="150000"/>
              </a:lnSpc>
              <a:spcBef>
                <a:spcPct val="0"/>
              </a:spcBef>
              <a:spcAft>
                <a:spcPct val="0"/>
              </a:spcAft>
            </a:pPr>
            <a:r>
              <a:rPr lang="en-IN" sz="1600" dirty="0">
                <a:solidFill>
                  <a:srgbClr val="1F1F1F"/>
                </a:solidFill>
                <a:latin typeface="Segoe UI Variable Display" pitchFamily="2" charset="0"/>
                <a:cs typeface="Times New Roman" panose="02020603050405020304" pitchFamily="18" charset="0"/>
              </a:rPr>
              <a:t>[[ 8 3 0 1]</a:t>
            </a:r>
          </a:p>
          <a:p>
            <a:pPr marL="0" indent="0" algn="just" eaLnBrk="0" fontAlgn="base" hangingPunct="0">
              <a:lnSpc>
                <a:spcPct val="150000"/>
              </a:lnSpc>
              <a:spcBef>
                <a:spcPct val="0"/>
              </a:spcBef>
              <a:spcAft>
                <a:spcPct val="0"/>
              </a:spcAft>
            </a:pPr>
            <a:r>
              <a:rPr lang="en-IN" sz="1600" dirty="0">
                <a:solidFill>
                  <a:srgbClr val="1F1F1F"/>
                </a:solidFill>
                <a:latin typeface="Segoe UI Variable Display" pitchFamily="2" charset="0"/>
                <a:cs typeface="Times New Roman" panose="02020603050405020304" pitchFamily="18" charset="0"/>
              </a:rPr>
              <a:t>[ 0 2 2 4]</a:t>
            </a:r>
          </a:p>
          <a:p>
            <a:pPr marL="0" indent="0" algn="just" eaLnBrk="0" fontAlgn="base" hangingPunct="0">
              <a:lnSpc>
                <a:spcPct val="150000"/>
              </a:lnSpc>
              <a:spcBef>
                <a:spcPct val="0"/>
              </a:spcBef>
              <a:spcAft>
                <a:spcPct val="0"/>
              </a:spcAft>
            </a:pPr>
            <a:r>
              <a:rPr lang="en-IN" sz="1600" dirty="0">
                <a:solidFill>
                  <a:srgbClr val="1F1F1F"/>
                </a:solidFill>
                <a:latin typeface="Segoe UI Variable Display" pitchFamily="2" charset="0"/>
                <a:cs typeface="Times New Roman" panose="02020603050405020304" pitchFamily="18" charset="0"/>
              </a:rPr>
              <a:t>[ 1 1 6 3]</a:t>
            </a:r>
          </a:p>
          <a:p>
            <a:pPr marL="0" indent="0" algn="just" eaLnBrk="0" fontAlgn="base" hangingPunct="0">
              <a:lnSpc>
                <a:spcPct val="150000"/>
              </a:lnSpc>
              <a:spcBef>
                <a:spcPct val="0"/>
              </a:spcBef>
              <a:spcAft>
                <a:spcPct val="0"/>
              </a:spcAft>
            </a:pPr>
            <a:r>
              <a:rPr lang="en-IN" sz="1600" dirty="0">
                <a:solidFill>
                  <a:srgbClr val="1F1F1F"/>
                </a:solidFill>
                <a:latin typeface="Segoe UI Variable Display" pitchFamily="2" charset="0"/>
                <a:cs typeface="Times New Roman" panose="02020603050405020304" pitchFamily="18" charset="0"/>
              </a:rPr>
              <a:t>[ 1 1 0 170]]</a:t>
            </a:r>
          </a:p>
          <a:p>
            <a:pPr marL="256032" lvl="1" indent="0" algn="just" eaLnBrk="0" fontAlgn="base" hangingPunct="0">
              <a:lnSpc>
                <a:spcPct val="150000"/>
              </a:lnSpc>
              <a:spcBef>
                <a:spcPct val="0"/>
              </a:spcBef>
              <a:spcAft>
                <a:spcPct val="0"/>
              </a:spcAft>
            </a:pPr>
            <a:r>
              <a:rPr lang="en-US" sz="1600" dirty="0">
                <a:solidFill>
                  <a:srgbClr val="0D0D0D"/>
                </a:solidFill>
                <a:latin typeface="Segoe UI Variable Display" pitchFamily="2" charset="0"/>
                <a:cs typeface="Times New Roman" panose="02020603050405020304" pitchFamily="18" charset="0"/>
              </a:rPr>
              <a:t>The model correctly predicted No Disease (3) 8 times, Cirrhosis (0) 2 times, Hepatitis (2) 6 times, and Fibrosis (1) 170 times.</a:t>
            </a:r>
          </a:p>
          <a:p>
            <a:pPr lvl="1" algn="just">
              <a:lnSpc>
                <a:spcPct val="150000"/>
              </a:lnSpc>
            </a:pPr>
            <a:r>
              <a:rPr lang="en-US" sz="1600" dirty="0">
                <a:solidFill>
                  <a:srgbClr val="0D0D0D"/>
                </a:solidFill>
                <a:latin typeface="Segoe UI Variable Display" pitchFamily="2" charset="0"/>
                <a:cs typeface="Times New Roman" panose="02020603050405020304" pitchFamily="18" charset="0"/>
              </a:rPr>
              <a:t>It incorrectly predicted Cirrhosis (0) as Hepatitis (2) 2 times and Fibrosis (1) as Cirrhosis (0) once.</a:t>
            </a:r>
          </a:p>
          <a:p>
            <a:pPr lvl="1" algn="just">
              <a:lnSpc>
                <a:spcPct val="150000"/>
              </a:lnSpc>
            </a:pPr>
            <a:r>
              <a:rPr lang="en-US" sz="1600" dirty="0">
                <a:solidFill>
                  <a:srgbClr val="0D0D0D"/>
                </a:solidFill>
                <a:latin typeface="Segoe UI Variable Display" pitchFamily="2" charset="0"/>
                <a:cs typeface="Times New Roman" panose="02020603050405020304" pitchFamily="18" charset="0"/>
              </a:rPr>
              <a:t>No Disease (3) was misclassified as Cirrhosis (0) 3 times, and Hepatitis (2) was misclassified as Cirrhosis (0) once.</a:t>
            </a:r>
          </a:p>
          <a:p>
            <a:pPr lvl="1" algn="just">
              <a:lnSpc>
                <a:spcPct val="150000"/>
              </a:lnSpc>
            </a:pPr>
            <a:r>
              <a:rPr lang="en-US" sz="1600" dirty="0">
                <a:solidFill>
                  <a:srgbClr val="0D0D0D"/>
                </a:solidFill>
                <a:latin typeface="Segoe UI Variable Display" pitchFamily="2" charset="0"/>
                <a:cs typeface="Times New Roman" panose="02020603050405020304" pitchFamily="18" charset="0"/>
              </a:rPr>
              <a:t>Fibrosis (1) was misclassified as Hepatitis (2) 3 times, indicating some confusion between the two classes.</a:t>
            </a:r>
            <a:endParaRPr lang="en-US" altLang="en-US" sz="1600" dirty="0">
              <a:solidFill>
                <a:srgbClr val="0D0D0D"/>
              </a:solidFill>
              <a:latin typeface="Segoe UI Variable Display" pitchFamily="2" charset="0"/>
              <a:cs typeface="Times New Roman" panose="02020603050405020304" pitchFamily="18" charset="0"/>
            </a:endParaRPr>
          </a:p>
          <a:p>
            <a:pPr lvl="1" algn="just">
              <a:lnSpc>
                <a:spcPct val="150000"/>
              </a:lnSpc>
            </a:pPr>
            <a:r>
              <a:rPr lang="en-US" sz="1600" dirty="0">
                <a:solidFill>
                  <a:srgbClr val="0D0D0D"/>
                </a:solidFill>
                <a:latin typeface="Segoe UI Variable Display" pitchFamily="2" charset="0"/>
                <a:cs typeface="Times New Roman" panose="02020603050405020304" pitchFamily="18" charset="0"/>
              </a:rPr>
              <a:t>The training accuracy of the model is 97.33%, meaning it correctly classified 97.33% of the training data.</a:t>
            </a:r>
          </a:p>
          <a:p>
            <a:pPr lvl="1" algn="just">
              <a:lnSpc>
                <a:spcPct val="150000"/>
              </a:lnSpc>
            </a:pPr>
            <a:r>
              <a:rPr lang="en-US" sz="1600" dirty="0">
                <a:solidFill>
                  <a:srgbClr val="0D0D0D"/>
                </a:solidFill>
                <a:latin typeface="Segoe UI Variable Display" pitchFamily="2" charset="0"/>
                <a:cs typeface="Times New Roman" panose="02020603050405020304" pitchFamily="18" charset="0"/>
              </a:rPr>
              <a:t>The testing accuracy of the model is 91.63%, indicating it correctly classified 91.63% of the testing data.</a:t>
            </a:r>
          </a:p>
          <a:p>
            <a:pPr algn="just" eaLnBrk="0" fontAlgn="base" hangingPunct="0">
              <a:lnSpc>
                <a:spcPct val="150000"/>
              </a:lnSpc>
              <a:spcBef>
                <a:spcPct val="0"/>
              </a:spcBef>
              <a:spcAft>
                <a:spcPct val="0"/>
              </a:spcAft>
            </a:pPr>
            <a:r>
              <a:rPr lang="en-US" sz="1600" dirty="0">
                <a:solidFill>
                  <a:srgbClr val="0D0D0D"/>
                </a:solidFill>
                <a:latin typeface="Times New Roman" panose="02020603050405020304" pitchFamily="18" charset="0"/>
                <a:cs typeface="Times New Roman" panose="02020603050405020304" pitchFamily="18" charset="0"/>
              </a:rPr>
              <a:t>Overall, the model shows high performance in classifying both the training and testing data.</a:t>
            </a:r>
          </a:p>
          <a:p>
            <a:pPr marL="0" indent="0" eaLnBrk="0" fontAlgn="base" hangingPunct="0">
              <a:lnSpc>
                <a:spcPct val="100000"/>
              </a:lnSpc>
              <a:spcBef>
                <a:spcPct val="0"/>
              </a:spcBef>
              <a:spcAft>
                <a:spcPct val="0"/>
              </a:spcAft>
              <a:buFontTx/>
              <a:buAutoNum type="arabicPeriod" startAt="4"/>
            </a:pPr>
            <a:endParaRPr lang="en-US" altLang="en-US" sz="1400" dirty="0">
              <a:solidFill>
                <a:srgbClr val="0D0D0D"/>
              </a:solidFill>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45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B00F-4B46-7AA8-BF12-74DC7F683269}"/>
              </a:ext>
            </a:extLst>
          </p:cNvPr>
          <p:cNvSpPr>
            <a:spLocks noGrp="1"/>
          </p:cNvSpPr>
          <p:nvPr>
            <p:ph type="title"/>
          </p:nvPr>
        </p:nvSpPr>
        <p:spPr>
          <a:xfrm>
            <a:off x="838200" y="18255"/>
            <a:ext cx="10515600" cy="1325563"/>
          </a:xfrm>
        </p:spPr>
        <p:txBody>
          <a:bodyPr>
            <a:normAutofit/>
          </a:bodyPr>
          <a:lstStyle/>
          <a:p>
            <a:pPr algn="ctr"/>
            <a:r>
              <a:rPr lang="en-IN" sz="40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XGBM Classifier</a:t>
            </a:r>
            <a:br>
              <a:rPr lang="en-IN" dirty="0"/>
            </a:br>
            <a:endParaRPr lang="en-IN" dirty="0"/>
          </a:p>
        </p:txBody>
      </p:sp>
      <p:sp>
        <p:nvSpPr>
          <p:cNvPr id="4" name="Rectangle 1">
            <a:extLst>
              <a:ext uri="{FF2B5EF4-FFF2-40B4-BE49-F238E27FC236}">
                <a16:creationId xmlns:a16="http://schemas.microsoft.com/office/drawing/2014/main" id="{6989C85C-CA06-FF80-8EDE-5B310BD3790A}"/>
              </a:ext>
            </a:extLst>
          </p:cNvPr>
          <p:cNvSpPr>
            <a:spLocks noGrp="1" noChangeArrowheads="1"/>
          </p:cNvSpPr>
          <p:nvPr>
            <p:ph idx="1"/>
          </p:nvPr>
        </p:nvSpPr>
        <p:spPr bwMode="auto">
          <a:xfrm>
            <a:off x="271463" y="818168"/>
            <a:ext cx="11376251" cy="58169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Hyperparameter tuning was conducted on an XGBoost Classifier using GridSearchCV to optimize its performance on the dataset.</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The tuning parameters included:</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n_estimators: 90, 110, 150, which sets the number of boosting rounds.</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learning_rate: 0.5, 0.7, and 1, which controls the contribution of each tree to the model.</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lambda: 1, 2, and 3, which adds regularization to reduce overfitting.</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max_depth: 3, 7, and 11, which determines the depth of each tree in the ensemble.</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GridSearchCV evaluated a total of 81 combinations across 5 folds, resulting in 405 fits to find the optimal parameters.</a:t>
            </a:r>
          </a:p>
          <a:p>
            <a:pPr marL="0" marR="0" lvl="0" indent="0" algn="just" defTabSz="914400" rtl="0" eaLnBrk="0" fontAlgn="base" latinLnBrk="0" hangingPunct="0">
              <a:lnSpc>
                <a:spcPct val="150000"/>
              </a:lnSpc>
              <a:spcBef>
                <a:spcPct val="0"/>
              </a:spcBef>
              <a:spcAft>
                <a:spcPct val="0"/>
              </a:spcAft>
              <a:buClrTx/>
              <a:buSzTx/>
              <a:buFontTx/>
              <a:buAutoNum type="arabicPeriod" startAt="4"/>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The best parameters identified by Grid Search were:</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lambda: 1</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learning_rate: 0.5</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max_depth: 7</a:t>
            </a:r>
          </a:p>
          <a:p>
            <a:pPr marL="457200" marR="0" lvl="1" indent="0" algn="just"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n_estimators: 110</a:t>
            </a:r>
          </a:p>
          <a:p>
            <a:pPr marL="0" marR="0" lvl="0" indent="0" algn="just" defTabSz="914400" rtl="0" eaLnBrk="0" fontAlgn="base" latinLnBrk="0" hangingPunct="0">
              <a:lnSpc>
                <a:spcPct val="150000"/>
              </a:lnSpc>
              <a:spcBef>
                <a:spcPct val="0"/>
              </a:spcBef>
              <a:spcAft>
                <a:spcPct val="0"/>
              </a:spcAft>
              <a:buClrTx/>
              <a:buSzTx/>
              <a:buFontTx/>
              <a:buAutoNum type="arabicPeriod" startAt="5"/>
              <a:tabLst/>
            </a:pPr>
            <a:r>
              <a:rPr kumimoji="0" lang="en-US" altLang="en-US" sz="1600" i="0" u="none" strike="noStrike" cap="none" normalizeH="0" baseline="0" dirty="0">
                <a:ln>
                  <a:noFill/>
                </a:ln>
                <a:solidFill>
                  <a:srgbClr val="0D0D0D"/>
                </a:solidFill>
                <a:effectLst/>
                <a:latin typeface="Times New Roman" panose="02020603050405020304" pitchFamily="18" charset="0"/>
                <a:cs typeface="Times New Roman" panose="02020603050405020304" pitchFamily="18" charset="0"/>
              </a:rPr>
              <a:t>Using these parameters, a new XGBoost model was trained. It achieved a train accuracy of 100%, indicating perfect prediction on the training data, and a test accuracy of 92.12%, showing strong generalization to unseen data</a:t>
            </a:r>
            <a:r>
              <a:rPr kumimoji="0" lang="en-US" altLang="en-US" sz="1600" i="0" u="none" strike="noStrike" cap="none" normalizeH="0" baseline="0" dirty="0">
                <a:ln>
                  <a:noFill/>
                </a:ln>
                <a:solidFill>
                  <a:srgbClr val="0D0D0D"/>
                </a:solidFill>
                <a:effectLst/>
                <a:latin typeface="ui-sans-serif"/>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8621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001C9E5-8B81-A868-E185-89ABCF255CC4}"/>
              </a:ext>
            </a:extLst>
          </p:cNvPr>
          <p:cNvGraphicFramePr>
            <a:graphicFrameLocks noGrp="1"/>
          </p:cNvGraphicFramePr>
          <p:nvPr>
            <p:extLst>
              <p:ext uri="{D42A27DB-BD31-4B8C-83A1-F6EECF244321}">
                <p14:modId xmlns:p14="http://schemas.microsoft.com/office/powerpoint/2010/main" val="3589329078"/>
              </p:ext>
            </p:extLst>
          </p:nvPr>
        </p:nvGraphicFramePr>
        <p:xfrm>
          <a:off x="313581" y="467113"/>
          <a:ext cx="10837245" cy="5567420"/>
        </p:xfrm>
        <a:graphic>
          <a:graphicData uri="http://schemas.openxmlformats.org/drawingml/2006/table">
            <a:tbl>
              <a:tblPr firstRow="1" bandRow="1">
                <a:tableStyleId>{5C22544A-7EE6-4342-B048-85BDC9FD1C3A}</a:tableStyleId>
              </a:tblPr>
              <a:tblGrid>
                <a:gridCol w="2167449">
                  <a:extLst>
                    <a:ext uri="{9D8B030D-6E8A-4147-A177-3AD203B41FA5}">
                      <a16:colId xmlns:a16="http://schemas.microsoft.com/office/drawing/2014/main" val="439519392"/>
                    </a:ext>
                  </a:extLst>
                </a:gridCol>
                <a:gridCol w="2167449">
                  <a:extLst>
                    <a:ext uri="{9D8B030D-6E8A-4147-A177-3AD203B41FA5}">
                      <a16:colId xmlns:a16="http://schemas.microsoft.com/office/drawing/2014/main" val="437631742"/>
                    </a:ext>
                  </a:extLst>
                </a:gridCol>
                <a:gridCol w="2167449">
                  <a:extLst>
                    <a:ext uri="{9D8B030D-6E8A-4147-A177-3AD203B41FA5}">
                      <a16:colId xmlns:a16="http://schemas.microsoft.com/office/drawing/2014/main" val="1141923887"/>
                    </a:ext>
                  </a:extLst>
                </a:gridCol>
                <a:gridCol w="2167449">
                  <a:extLst>
                    <a:ext uri="{9D8B030D-6E8A-4147-A177-3AD203B41FA5}">
                      <a16:colId xmlns:a16="http://schemas.microsoft.com/office/drawing/2014/main" val="3466248133"/>
                    </a:ext>
                  </a:extLst>
                </a:gridCol>
                <a:gridCol w="2167449">
                  <a:extLst>
                    <a:ext uri="{9D8B030D-6E8A-4147-A177-3AD203B41FA5}">
                      <a16:colId xmlns:a16="http://schemas.microsoft.com/office/drawing/2014/main" val="1119157687"/>
                    </a:ext>
                  </a:extLst>
                </a:gridCol>
              </a:tblGrid>
              <a:tr h="684392">
                <a:tc>
                  <a:txBody>
                    <a:bodyPr/>
                    <a:lstStyle/>
                    <a:p>
                      <a:r>
                        <a:rPr lang="en-US" dirty="0">
                          <a:solidFill>
                            <a:schemeClr val="tx2"/>
                          </a:solidFill>
                        </a:rPr>
                        <a:t>Models </a:t>
                      </a:r>
                      <a:endParaRPr lang="en-IN" dirty="0">
                        <a:solidFill>
                          <a:schemeClr val="tx2"/>
                        </a:solidFill>
                      </a:endParaRPr>
                    </a:p>
                  </a:txBody>
                  <a:tcPr/>
                </a:tc>
                <a:tc>
                  <a:txBody>
                    <a:bodyPr/>
                    <a:lstStyle/>
                    <a:p>
                      <a:r>
                        <a:rPr lang="en-US" dirty="0">
                          <a:solidFill>
                            <a:schemeClr val="tx2"/>
                          </a:solidFill>
                        </a:rPr>
                        <a:t>Precision</a:t>
                      </a:r>
                      <a:endParaRPr lang="en-IN" dirty="0">
                        <a:solidFill>
                          <a:schemeClr val="tx2"/>
                        </a:solidFill>
                      </a:endParaRPr>
                    </a:p>
                  </a:txBody>
                  <a:tcPr/>
                </a:tc>
                <a:tc>
                  <a:txBody>
                    <a:bodyPr/>
                    <a:lstStyle/>
                    <a:p>
                      <a:r>
                        <a:rPr lang="en-US" dirty="0">
                          <a:solidFill>
                            <a:schemeClr val="tx2"/>
                          </a:solidFill>
                        </a:rPr>
                        <a:t>Recall </a:t>
                      </a:r>
                      <a:endParaRPr lang="en-IN" dirty="0">
                        <a:solidFill>
                          <a:schemeClr val="tx2"/>
                        </a:solidFill>
                      </a:endParaRPr>
                    </a:p>
                  </a:txBody>
                  <a:tcPr/>
                </a:tc>
                <a:tc>
                  <a:txBody>
                    <a:bodyPr/>
                    <a:lstStyle/>
                    <a:p>
                      <a:r>
                        <a:rPr lang="en-US" dirty="0">
                          <a:solidFill>
                            <a:schemeClr val="tx2"/>
                          </a:solidFill>
                        </a:rPr>
                        <a:t>Training accuracy</a:t>
                      </a:r>
                      <a:endParaRPr lang="en-IN" dirty="0">
                        <a:solidFill>
                          <a:schemeClr val="tx2"/>
                        </a:solidFill>
                      </a:endParaRPr>
                    </a:p>
                  </a:txBody>
                  <a:tcPr/>
                </a:tc>
                <a:tc>
                  <a:txBody>
                    <a:bodyPr/>
                    <a:lstStyle/>
                    <a:p>
                      <a:r>
                        <a:rPr lang="en-US" dirty="0">
                          <a:solidFill>
                            <a:schemeClr val="tx2"/>
                          </a:solidFill>
                        </a:rPr>
                        <a:t>Testing Accuracy</a:t>
                      </a:r>
                      <a:endParaRPr lang="en-IN" dirty="0">
                        <a:solidFill>
                          <a:schemeClr val="tx2"/>
                        </a:solidFill>
                      </a:endParaRPr>
                    </a:p>
                  </a:txBody>
                  <a:tcPr/>
                </a:tc>
                <a:extLst>
                  <a:ext uri="{0D108BD9-81ED-4DB2-BD59-A6C34878D82A}">
                    <a16:rowId xmlns:a16="http://schemas.microsoft.com/office/drawing/2014/main" val="4293904928"/>
                  </a:ext>
                </a:extLst>
              </a:tr>
              <a:tr h="684392">
                <a:tc>
                  <a:txBody>
                    <a:bodyPr/>
                    <a:lstStyle/>
                    <a:p>
                      <a:r>
                        <a:rPr lang="en-US" dirty="0"/>
                        <a:t>Logistic Regression</a:t>
                      </a:r>
                      <a:endParaRPr lang="en-IN" dirty="0"/>
                    </a:p>
                  </a:txBody>
                  <a:tcPr/>
                </a:tc>
                <a:tc>
                  <a:txBody>
                    <a:bodyPr/>
                    <a:lstStyle/>
                    <a:p>
                      <a:r>
                        <a:rPr lang="en-US" dirty="0"/>
                        <a:t>0.80</a:t>
                      </a:r>
                      <a:endParaRPr lang="en-IN" dirty="0"/>
                    </a:p>
                  </a:txBody>
                  <a:tcPr/>
                </a:tc>
                <a:tc>
                  <a:txBody>
                    <a:bodyPr/>
                    <a:lstStyle/>
                    <a:p>
                      <a:r>
                        <a:rPr lang="en-US" dirty="0"/>
                        <a:t>0.67</a:t>
                      </a:r>
                      <a:endParaRPr lang="en-IN" dirty="0"/>
                    </a:p>
                  </a:txBody>
                  <a:tcPr/>
                </a:tc>
                <a:tc>
                  <a:txBody>
                    <a:bodyPr/>
                    <a:lstStyle/>
                    <a:p>
                      <a:r>
                        <a:rPr lang="en-US" dirty="0"/>
                        <a:t>0.9733</a:t>
                      </a:r>
                      <a:endParaRPr lang="en-IN" dirty="0"/>
                    </a:p>
                  </a:txBody>
                  <a:tcPr/>
                </a:tc>
                <a:tc>
                  <a:txBody>
                    <a:bodyPr/>
                    <a:lstStyle/>
                    <a:p>
                      <a:r>
                        <a:rPr lang="en-US" dirty="0"/>
                        <a:t>0.9166</a:t>
                      </a:r>
                      <a:endParaRPr lang="en-IN" dirty="0"/>
                    </a:p>
                  </a:txBody>
                  <a:tcPr/>
                </a:tc>
                <a:extLst>
                  <a:ext uri="{0D108BD9-81ED-4DB2-BD59-A6C34878D82A}">
                    <a16:rowId xmlns:a16="http://schemas.microsoft.com/office/drawing/2014/main" val="495668216"/>
                  </a:ext>
                </a:extLst>
              </a:tr>
              <a:tr h="776676">
                <a:tc>
                  <a:txBody>
                    <a:bodyPr/>
                    <a:lstStyle/>
                    <a:p>
                      <a:r>
                        <a:rPr lang="en-US" dirty="0"/>
                        <a:t>Decision Tree Classifier</a:t>
                      </a:r>
                      <a:endParaRPr lang="en-IN" dirty="0"/>
                    </a:p>
                  </a:txBody>
                  <a:tcPr/>
                </a:tc>
                <a:tc>
                  <a:txBody>
                    <a:bodyPr/>
                    <a:lstStyle/>
                    <a:p>
                      <a:r>
                        <a:rPr lang="en-IN" sz="1800" b="0" i="0" kern="1200" dirty="0">
                          <a:solidFill>
                            <a:schemeClr val="dk1"/>
                          </a:solidFill>
                          <a:effectLst/>
                          <a:latin typeface="+mn-lt"/>
                          <a:ea typeface="+mn-ea"/>
                          <a:cs typeface="+mn-cs"/>
                        </a:rPr>
                        <a:t>1.00 </a:t>
                      </a:r>
                      <a:endParaRPr lang="en-IN" dirty="0"/>
                    </a:p>
                  </a:txBody>
                  <a:tcPr/>
                </a:tc>
                <a:tc>
                  <a:txBody>
                    <a:bodyPr/>
                    <a:lstStyle/>
                    <a:p>
                      <a:r>
                        <a:rPr lang="en-US" dirty="0"/>
                        <a:t>0.50</a:t>
                      </a:r>
                      <a:endParaRPr lang="en-IN" dirty="0"/>
                    </a:p>
                  </a:txBody>
                  <a:tcPr/>
                </a:tc>
                <a:tc>
                  <a:txBody>
                    <a:bodyPr/>
                    <a:lstStyle/>
                    <a:p>
                      <a:r>
                        <a:rPr lang="en-IN" sz="1800" b="0" i="0" kern="1200" dirty="0">
                          <a:solidFill>
                            <a:schemeClr val="dk1"/>
                          </a:solidFill>
                          <a:effectLst/>
                          <a:latin typeface="+mn-lt"/>
                          <a:ea typeface="+mn-ea"/>
                          <a:cs typeface="+mn-cs"/>
                        </a:rPr>
                        <a:t>0.9563</a:t>
                      </a:r>
                      <a:endParaRPr lang="en-IN" dirty="0"/>
                    </a:p>
                  </a:txBody>
                  <a:tcPr/>
                </a:tc>
                <a:tc>
                  <a:txBody>
                    <a:bodyPr/>
                    <a:lstStyle/>
                    <a:p>
                      <a:r>
                        <a:rPr lang="en-IN" sz="1800" b="0" i="0" kern="1200" dirty="0">
                          <a:solidFill>
                            <a:schemeClr val="dk1"/>
                          </a:solidFill>
                          <a:effectLst/>
                          <a:latin typeface="+mn-lt"/>
                          <a:ea typeface="+mn-ea"/>
                          <a:cs typeface="+mn-cs"/>
                        </a:rPr>
                        <a:t>0.891</a:t>
                      </a:r>
                      <a:endParaRPr lang="en-IN" dirty="0"/>
                    </a:p>
                  </a:txBody>
                  <a:tcPr/>
                </a:tc>
                <a:extLst>
                  <a:ext uri="{0D108BD9-81ED-4DB2-BD59-A6C34878D82A}">
                    <a16:rowId xmlns:a16="http://schemas.microsoft.com/office/drawing/2014/main" val="1243830975"/>
                  </a:ext>
                </a:extLst>
              </a:tr>
              <a:tr h="684392">
                <a:tc>
                  <a:txBody>
                    <a:bodyPr/>
                    <a:lstStyle/>
                    <a:p>
                      <a:r>
                        <a:rPr lang="en-US" dirty="0"/>
                        <a:t>Random Forest</a:t>
                      </a:r>
                      <a:endParaRPr lang="en-IN" dirty="0"/>
                    </a:p>
                  </a:txBody>
                  <a:tcPr/>
                </a:tc>
                <a:tc>
                  <a:txBody>
                    <a:bodyPr/>
                    <a:lstStyle/>
                    <a:p>
                      <a:r>
                        <a:rPr lang="en-IN" sz="1800" b="0" i="0" kern="1200" dirty="0">
                          <a:solidFill>
                            <a:schemeClr val="dk1"/>
                          </a:solidFill>
                          <a:effectLst/>
                          <a:latin typeface="+mn-lt"/>
                          <a:ea typeface="+mn-ea"/>
                          <a:cs typeface="+mn-cs"/>
                        </a:rPr>
                        <a:t>0.88 </a:t>
                      </a:r>
                      <a:endParaRPr lang="en-IN" dirty="0"/>
                    </a:p>
                  </a:txBody>
                  <a:tcPr/>
                </a:tc>
                <a:tc>
                  <a:txBody>
                    <a:bodyPr/>
                    <a:lstStyle/>
                    <a:p>
                      <a:r>
                        <a:rPr lang="en-IN" sz="1800" b="0" i="0" kern="1200" dirty="0">
                          <a:solidFill>
                            <a:schemeClr val="dk1"/>
                          </a:solidFill>
                          <a:effectLst/>
                          <a:latin typeface="+mn-lt"/>
                          <a:ea typeface="+mn-ea"/>
                          <a:cs typeface="+mn-cs"/>
                        </a:rPr>
                        <a:t>0.58</a:t>
                      </a:r>
                      <a:endParaRPr lang="en-IN" dirty="0"/>
                    </a:p>
                  </a:txBody>
                  <a:tcPr/>
                </a:tc>
                <a:tc>
                  <a:txBody>
                    <a:bodyPr/>
                    <a:lstStyle/>
                    <a:p>
                      <a:r>
                        <a:rPr lang="en-IN" sz="1800" b="0" i="0" kern="1200" dirty="0">
                          <a:solidFill>
                            <a:schemeClr val="dk1"/>
                          </a:solidFill>
                          <a:effectLst/>
                          <a:latin typeface="+mn-lt"/>
                          <a:ea typeface="+mn-ea"/>
                          <a:cs typeface="+mn-cs"/>
                        </a:rPr>
                        <a:t>0.9975</a:t>
                      </a:r>
                      <a:endParaRPr lang="en-IN" dirty="0"/>
                    </a:p>
                  </a:txBody>
                  <a:tcPr/>
                </a:tc>
                <a:tc>
                  <a:txBody>
                    <a:bodyPr/>
                    <a:lstStyle/>
                    <a:p>
                      <a:r>
                        <a:rPr lang="en-IN" sz="1800" b="0" i="0" kern="1200" dirty="0">
                          <a:solidFill>
                            <a:schemeClr val="dk1"/>
                          </a:solidFill>
                          <a:effectLst/>
                          <a:latin typeface="+mn-lt"/>
                          <a:ea typeface="+mn-ea"/>
                          <a:cs typeface="+mn-cs"/>
                        </a:rPr>
                        <a:t>0.9975</a:t>
                      </a:r>
                      <a:endParaRPr lang="en-IN" dirty="0"/>
                    </a:p>
                  </a:txBody>
                  <a:tcPr/>
                </a:tc>
                <a:extLst>
                  <a:ext uri="{0D108BD9-81ED-4DB2-BD59-A6C34878D82A}">
                    <a16:rowId xmlns:a16="http://schemas.microsoft.com/office/drawing/2014/main" val="3193779521"/>
                  </a:ext>
                </a:extLst>
              </a:tr>
              <a:tr h="684392">
                <a:tc>
                  <a:txBody>
                    <a:bodyPr/>
                    <a:lstStyle/>
                    <a:p>
                      <a:r>
                        <a:rPr lang="en-US" dirty="0"/>
                        <a:t>Gradient Boosting</a:t>
                      </a:r>
                      <a:endParaRPr lang="en-IN" dirty="0"/>
                    </a:p>
                  </a:txBody>
                  <a:tcPr/>
                </a:tc>
                <a:tc>
                  <a:txBody>
                    <a:bodyPr/>
                    <a:lstStyle/>
                    <a:p>
                      <a:r>
                        <a:rPr lang="en-IN" sz="1800" b="0" i="0" kern="1200" dirty="0">
                          <a:solidFill>
                            <a:schemeClr val="dk1"/>
                          </a:solidFill>
                          <a:effectLst/>
                          <a:latin typeface="+mn-lt"/>
                          <a:ea typeface="+mn-ea"/>
                          <a:cs typeface="+mn-cs"/>
                        </a:rPr>
                        <a:t>0.86 </a:t>
                      </a:r>
                      <a:endParaRPr lang="en-IN" dirty="0"/>
                    </a:p>
                  </a:txBody>
                  <a:tcPr/>
                </a:tc>
                <a:tc>
                  <a:txBody>
                    <a:bodyPr/>
                    <a:lstStyle/>
                    <a:p>
                      <a:r>
                        <a:rPr lang="en-US" dirty="0"/>
                        <a:t>0.50</a:t>
                      </a:r>
                      <a:endParaRPr lang="en-IN" dirty="0"/>
                    </a:p>
                  </a:txBody>
                  <a:tcPr/>
                </a:tc>
                <a:tc>
                  <a:txBody>
                    <a:bodyPr/>
                    <a:lstStyle/>
                    <a:p>
                      <a:r>
                        <a:rPr lang="en-IN" sz="1800" b="0" i="0" kern="1200" dirty="0">
                          <a:solidFill>
                            <a:schemeClr val="dk1"/>
                          </a:solidFill>
                          <a:effectLst/>
                          <a:latin typeface="+mn-lt"/>
                          <a:ea typeface="+mn-ea"/>
                          <a:cs typeface="+mn-cs"/>
                        </a:rPr>
                        <a:t>1.0</a:t>
                      </a:r>
                      <a:endParaRPr lang="en-IN" dirty="0"/>
                    </a:p>
                  </a:txBody>
                  <a:tcPr/>
                </a:tc>
                <a:tc>
                  <a:txBody>
                    <a:bodyPr/>
                    <a:lstStyle/>
                    <a:p>
                      <a:r>
                        <a:rPr lang="en-IN" sz="1800" b="0" i="0" kern="1200" dirty="0">
                          <a:solidFill>
                            <a:schemeClr val="dk1"/>
                          </a:solidFill>
                          <a:effectLst/>
                          <a:latin typeface="+mn-lt"/>
                          <a:ea typeface="+mn-ea"/>
                          <a:cs typeface="+mn-cs"/>
                        </a:rPr>
                        <a:t>0.906</a:t>
                      </a:r>
                      <a:endParaRPr lang="en-IN" dirty="0"/>
                    </a:p>
                  </a:txBody>
                  <a:tcPr/>
                </a:tc>
                <a:extLst>
                  <a:ext uri="{0D108BD9-81ED-4DB2-BD59-A6C34878D82A}">
                    <a16:rowId xmlns:a16="http://schemas.microsoft.com/office/drawing/2014/main" val="750872105"/>
                  </a:ext>
                </a:extLst>
              </a:tr>
              <a:tr h="684392">
                <a:tc>
                  <a:txBody>
                    <a:bodyPr/>
                    <a:lstStyle/>
                    <a:p>
                      <a:r>
                        <a:rPr lang="en-US" dirty="0"/>
                        <a:t>XGBM</a:t>
                      </a:r>
                      <a:endParaRPr lang="en-IN" dirty="0"/>
                    </a:p>
                  </a:txBody>
                  <a:tcPr/>
                </a:tc>
                <a:tc>
                  <a:txBody>
                    <a:bodyPr/>
                    <a:lstStyle/>
                    <a:p>
                      <a:r>
                        <a:rPr lang="en-IN" sz="1800" b="0" i="0" kern="1200" dirty="0">
                          <a:solidFill>
                            <a:schemeClr val="dk1"/>
                          </a:solidFill>
                          <a:effectLst/>
                          <a:latin typeface="+mn-lt"/>
                          <a:ea typeface="+mn-ea"/>
                          <a:cs typeface="+mn-cs"/>
                        </a:rPr>
                        <a:t>0.89</a:t>
                      </a:r>
                      <a:endParaRPr lang="en-IN" dirty="0"/>
                    </a:p>
                  </a:txBody>
                  <a:tcPr/>
                </a:tc>
                <a:tc>
                  <a:txBody>
                    <a:bodyPr/>
                    <a:lstStyle/>
                    <a:p>
                      <a:r>
                        <a:rPr lang="en-US" dirty="0"/>
                        <a:t>0.67</a:t>
                      </a:r>
                      <a:endParaRPr lang="en-IN" dirty="0"/>
                    </a:p>
                  </a:txBody>
                  <a:tcPr/>
                </a:tc>
                <a:tc>
                  <a:txBody>
                    <a:bodyPr/>
                    <a:lstStyle/>
                    <a:p>
                      <a:r>
                        <a:rPr lang="en-IN" sz="1800" b="0" i="0" kern="1200" dirty="0">
                          <a:solidFill>
                            <a:schemeClr val="dk1"/>
                          </a:solidFill>
                          <a:effectLst/>
                          <a:latin typeface="+mn-lt"/>
                          <a:ea typeface="+mn-ea"/>
                          <a:cs typeface="+mn-cs"/>
                        </a:rPr>
                        <a:t>1.0</a:t>
                      </a:r>
                      <a:endParaRPr lang="en-IN" dirty="0"/>
                    </a:p>
                  </a:txBody>
                  <a:tcPr/>
                </a:tc>
                <a:tc>
                  <a:txBody>
                    <a:bodyPr/>
                    <a:lstStyle/>
                    <a:p>
                      <a:r>
                        <a:rPr lang="en-IN" sz="1800" b="0" i="0" kern="1200" dirty="0">
                          <a:solidFill>
                            <a:schemeClr val="dk1"/>
                          </a:solidFill>
                          <a:effectLst/>
                          <a:latin typeface="+mn-lt"/>
                          <a:ea typeface="+mn-ea"/>
                          <a:cs typeface="+mn-cs"/>
                        </a:rPr>
                        <a:t>0.9211</a:t>
                      </a:r>
                      <a:endParaRPr lang="en-IN" dirty="0"/>
                    </a:p>
                  </a:txBody>
                  <a:tcPr/>
                </a:tc>
                <a:extLst>
                  <a:ext uri="{0D108BD9-81ED-4DB2-BD59-A6C34878D82A}">
                    <a16:rowId xmlns:a16="http://schemas.microsoft.com/office/drawing/2014/main" val="2543152537"/>
                  </a:ext>
                </a:extLst>
              </a:tr>
              <a:tr h="684392">
                <a:tc>
                  <a:txBody>
                    <a:bodyPr/>
                    <a:lstStyle/>
                    <a:p>
                      <a:r>
                        <a:rPr lang="en-US" dirty="0"/>
                        <a:t>K nearest Neighbour</a:t>
                      </a:r>
                      <a:endParaRPr lang="en-IN" dirty="0"/>
                    </a:p>
                  </a:txBody>
                  <a:tcPr/>
                </a:tc>
                <a:tc>
                  <a:txBody>
                    <a:bodyPr/>
                    <a:lstStyle/>
                    <a:p>
                      <a:r>
                        <a:rPr lang="en-US" dirty="0"/>
                        <a:t>0.89</a:t>
                      </a:r>
                      <a:endParaRPr lang="en-IN" dirty="0"/>
                    </a:p>
                  </a:txBody>
                  <a:tcPr/>
                </a:tc>
                <a:tc>
                  <a:txBody>
                    <a:bodyPr/>
                    <a:lstStyle/>
                    <a:p>
                      <a:r>
                        <a:rPr lang="en-US" dirty="0"/>
                        <a:t>0.67</a:t>
                      </a:r>
                      <a:endParaRPr lang="en-IN" dirty="0"/>
                    </a:p>
                  </a:txBody>
                  <a:tcPr/>
                </a:tc>
                <a:tc>
                  <a:txBody>
                    <a:bodyPr/>
                    <a:lstStyle/>
                    <a:p>
                      <a:r>
                        <a:rPr lang="en-US" dirty="0"/>
                        <a:t>1.0</a:t>
                      </a:r>
                      <a:endParaRPr lang="en-IN" dirty="0"/>
                    </a:p>
                  </a:txBody>
                  <a:tcPr/>
                </a:tc>
                <a:tc>
                  <a:txBody>
                    <a:bodyPr/>
                    <a:lstStyle/>
                    <a:p>
                      <a:r>
                        <a:rPr lang="en-US" dirty="0"/>
                        <a:t>0.8911</a:t>
                      </a:r>
                      <a:endParaRPr lang="en-IN" dirty="0"/>
                    </a:p>
                  </a:txBody>
                  <a:tcPr/>
                </a:tc>
                <a:extLst>
                  <a:ext uri="{0D108BD9-81ED-4DB2-BD59-A6C34878D82A}">
                    <a16:rowId xmlns:a16="http://schemas.microsoft.com/office/drawing/2014/main" val="752911289"/>
                  </a:ext>
                </a:extLst>
              </a:tr>
              <a:tr h="684392">
                <a:tc>
                  <a:txBody>
                    <a:bodyPr/>
                    <a:lstStyle/>
                    <a:p>
                      <a:r>
                        <a:rPr lang="en-US" dirty="0"/>
                        <a:t>SVM</a:t>
                      </a:r>
                      <a:endParaRPr lang="en-IN" dirty="0"/>
                    </a:p>
                  </a:txBody>
                  <a:tcPr/>
                </a:tc>
                <a:tc>
                  <a:txBody>
                    <a:bodyPr/>
                    <a:lstStyle/>
                    <a:p>
                      <a:r>
                        <a:rPr lang="en-US" dirty="0"/>
                        <a:t>1.0</a:t>
                      </a:r>
                      <a:endParaRPr lang="en-IN" dirty="0"/>
                    </a:p>
                  </a:txBody>
                  <a:tcPr/>
                </a:tc>
                <a:tc>
                  <a:txBody>
                    <a:bodyPr/>
                    <a:lstStyle/>
                    <a:p>
                      <a:r>
                        <a:rPr lang="en-US" dirty="0"/>
                        <a:t>0.58</a:t>
                      </a:r>
                      <a:endParaRPr lang="en-IN" dirty="0"/>
                    </a:p>
                  </a:txBody>
                  <a:tcPr/>
                </a:tc>
                <a:tc>
                  <a:txBody>
                    <a:bodyPr/>
                    <a:lstStyle/>
                    <a:p>
                      <a:r>
                        <a:rPr lang="en-IN" sz="1800" b="0" i="0" kern="1200" dirty="0">
                          <a:solidFill>
                            <a:schemeClr val="dk1"/>
                          </a:solidFill>
                          <a:effectLst/>
                          <a:latin typeface="+mn-lt"/>
                          <a:ea typeface="+mn-ea"/>
                          <a:cs typeface="+mn-cs"/>
                        </a:rPr>
                        <a:t>0.9660</a:t>
                      </a:r>
                      <a:endParaRPr lang="en-IN" dirty="0"/>
                    </a:p>
                  </a:txBody>
                  <a:tcPr/>
                </a:tc>
                <a:tc>
                  <a:txBody>
                    <a:bodyPr/>
                    <a:lstStyle/>
                    <a:p>
                      <a:r>
                        <a:rPr lang="en-US" dirty="0"/>
                        <a:t>0.8916</a:t>
                      </a:r>
                      <a:endParaRPr lang="en-IN" dirty="0"/>
                    </a:p>
                  </a:txBody>
                  <a:tcPr/>
                </a:tc>
                <a:extLst>
                  <a:ext uri="{0D108BD9-81ED-4DB2-BD59-A6C34878D82A}">
                    <a16:rowId xmlns:a16="http://schemas.microsoft.com/office/drawing/2014/main" val="3091015219"/>
                  </a:ext>
                </a:extLst>
              </a:tr>
            </a:tbl>
          </a:graphicData>
        </a:graphic>
      </p:graphicFrame>
    </p:spTree>
    <p:extLst>
      <p:ext uri="{BB962C8B-B14F-4D97-AF65-F5344CB8AC3E}">
        <p14:creationId xmlns:p14="http://schemas.microsoft.com/office/powerpoint/2010/main" val="1726450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119CB9-99AF-8092-F94B-26853EF410D8}"/>
              </a:ext>
            </a:extLst>
          </p:cNvPr>
          <p:cNvSpPr txBox="1"/>
          <p:nvPr/>
        </p:nvSpPr>
        <p:spPr>
          <a:xfrm>
            <a:off x="367645" y="443059"/>
            <a:ext cx="7268066" cy="769441"/>
          </a:xfrm>
          <a:prstGeom prst="rect">
            <a:avLst/>
          </a:prstGeom>
          <a:noFill/>
        </p:spPr>
        <p:txBody>
          <a:bodyPr wrap="square" rtlCol="0">
            <a:spAutoFit/>
          </a:bodyPr>
          <a:lstStyle/>
          <a:p>
            <a:r>
              <a:rPr lang="en-US"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Logistic Regression</a:t>
            </a:r>
            <a:endParaRPr lang="en-IN" sz="4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6BEA541-C0C8-5EA4-D47B-ABB5789031CE}"/>
              </a:ext>
            </a:extLst>
          </p:cNvPr>
          <p:cNvPicPr>
            <a:picLocks noChangeAspect="1"/>
          </p:cNvPicPr>
          <p:nvPr/>
        </p:nvPicPr>
        <p:blipFill>
          <a:blip r:embed="rId2"/>
          <a:stretch>
            <a:fillRect/>
          </a:stretch>
        </p:blipFill>
        <p:spPr>
          <a:xfrm>
            <a:off x="367645" y="1526631"/>
            <a:ext cx="4782036" cy="3673158"/>
          </a:xfrm>
          <a:prstGeom prst="rect">
            <a:avLst/>
          </a:prstGeom>
        </p:spPr>
      </p:pic>
      <p:sp>
        <p:nvSpPr>
          <p:cNvPr id="6" name="TextBox 5">
            <a:extLst>
              <a:ext uri="{FF2B5EF4-FFF2-40B4-BE49-F238E27FC236}">
                <a16:creationId xmlns:a16="http://schemas.microsoft.com/office/drawing/2014/main" id="{9957420A-9899-7924-CC1E-A2BC1B26BC38}"/>
              </a:ext>
            </a:extLst>
          </p:cNvPr>
          <p:cNvSpPr txBox="1"/>
          <p:nvPr/>
        </p:nvSpPr>
        <p:spPr>
          <a:xfrm>
            <a:off x="6096000" y="504614"/>
            <a:ext cx="5894895" cy="707886"/>
          </a:xfrm>
          <a:prstGeom prst="rect">
            <a:avLst/>
          </a:prstGeom>
          <a:noFill/>
        </p:spPr>
        <p:txBody>
          <a:bodyPr wrap="square" rtlCol="0">
            <a:spAutoFit/>
          </a:bodyPr>
          <a:lstStyle/>
          <a:p>
            <a:r>
              <a:rPr lang="en-US" sz="4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XGBM CLASSIFIER</a:t>
            </a:r>
            <a:endParaRPr lang="en-IN" sz="4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C69F955-0BCE-4A7A-1DF6-CD69D88DB6FB}"/>
              </a:ext>
            </a:extLst>
          </p:cNvPr>
          <p:cNvPicPr>
            <a:picLocks noChangeAspect="1"/>
          </p:cNvPicPr>
          <p:nvPr/>
        </p:nvPicPr>
        <p:blipFill>
          <a:blip r:embed="rId3"/>
          <a:stretch>
            <a:fillRect/>
          </a:stretch>
        </p:blipFill>
        <p:spPr>
          <a:xfrm>
            <a:off x="6096000" y="1526631"/>
            <a:ext cx="5052498" cy="3673158"/>
          </a:xfrm>
          <a:prstGeom prst="rect">
            <a:avLst/>
          </a:prstGeom>
        </p:spPr>
      </p:pic>
    </p:spTree>
    <p:extLst>
      <p:ext uri="{BB962C8B-B14F-4D97-AF65-F5344CB8AC3E}">
        <p14:creationId xmlns:p14="http://schemas.microsoft.com/office/powerpoint/2010/main" val="12481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B84360-C9A0-CC80-B3B5-299A4D8B22E6}"/>
              </a:ext>
            </a:extLst>
          </p:cNvPr>
          <p:cNvSpPr>
            <a:spLocks noGrp="1"/>
          </p:cNvSpPr>
          <p:nvPr>
            <p:ph idx="1"/>
          </p:nvPr>
        </p:nvSpPr>
        <p:spPr>
          <a:xfrm>
            <a:off x="195943" y="203654"/>
            <a:ext cx="11800114" cy="6069824"/>
          </a:xfrm>
        </p:spPr>
        <p:txBody>
          <a:bodyPr>
            <a:normAutofit lnSpcReduction="10000"/>
          </a:bodyPr>
          <a:lstStyle/>
          <a:p>
            <a:pPr marL="0" indent="0" algn="just">
              <a:lnSpc>
                <a:spcPct val="150000"/>
              </a:lnSpc>
              <a:buNone/>
            </a:pPr>
            <a:r>
              <a:rPr lang="en-US" sz="3900" b="1" i="0" dirty="0">
                <a:solidFill>
                  <a:srgbClr val="0D0D0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Choosing Logistic Regression for Deployment</a:t>
            </a:r>
            <a:endParaRPr lang="en-US" sz="2400" b="1" i="0" dirty="0">
              <a:solidFill>
                <a:srgbClr val="0D0D0D"/>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r>
              <a:rPr lang="en-US" sz="1800" i="0" dirty="0">
                <a:solidFill>
                  <a:srgbClr val="0D0D0D"/>
                </a:solidFill>
                <a:effectLst/>
                <a:latin typeface="Segoe UI Variable Small Semibol" pitchFamily="2" charset="0"/>
                <a:cs typeface="Times New Roman" panose="02020603050405020304" pitchFamily="18" charset="0"/>
              </a:rPr>
              <a:t>Based on the testing accuracy, the XGBoost model has the highest testing accuracy (92.1%), followed closely by Logistic Regression (91.6%). However, XGBoost is often more complex and computationally intensive compared to Logistic Regression.</a:t>
            </a:r>
          </a:p>
          <a:p>
            <a:pPr algn="just">
              <a:lnSpc>
                <a:spcPct val="150000"/>
              </a:lnSpc>
            </a:pPr>
            <a:r>
              <a:rPr lang="en-US" sz="1800" i="0" dirty="0">
                <a:solidFill>
                  <a:srgbClr val="0D0D0D"/>
                </a:solidFill>
                <a:effectLst/>
                <a:latin typeface="Segoe UI Variable Small Semibol" pitchFamily="2" charset="0"/>
                <a:cs typeface="Times New Roman" panose="02020603050405020304" pitchFamily="18" charset="0"/>
              </a:rPr>
              <a:t>Reasons for Choosing Logistic Regression:</a:t>
            </a:r>
          </a:p>
          <a:p>
            <a:pPr algn="just">
              <a:lnSpc>
                <a:spcPct val="150000"/>
              </a:lnSpc>
              <a:buFont typeface="Arial" panose="020B0604020202020204" pitchFamily="34" charset="0"/>
              <a:buChar char="•"/>
            </a:pPr>
            <a:r>
              <a:rPr lang="en-US" sz="1800" i="0" dirty="0">
                <a:solidFill>
                  <a:srgbClr val="0D0D0D"/>
                </a:solidFill>
                <a:effectLst/>
                <a:latin typeface="Segoe UI Variable Small Semibol" pitchFamily="2" charset="0"/>
                <a:cs typeface="Times New Roman" panose="02020603050405020304" pitchFamily="18" charset="0"/>
              </a:rPr>
              <a:t>Simplicity: Logistic Regression is simpler to implement and interpret, making it easier to deploy and maintain.</a:t>
            </a:r>
          </a:p>
          <a:p>
            <a:pPr algn="just">
              <a:lnSpc>
                <a:spcPct val="150000"/>
              </a:lnSpc>
              <a:buFont typeface="Arial" panose="020B0604020202020204" pitchFamily="34" charset="0"/>
              <a:buChar char="•"/>
            </a:pPr>
            <a:r>
              <a:rPr lang="en-US" sz="1800" i="0" dirty="0">
                <a:solidFill>
                  <a:srgbClr val="0D0D0D"/>
                </a:solidFill>
                <a:effectLst/>
                <a:latin typeface="Segoe UI Variable Small Semibol" pitchFamily="2" charset="0"/>
                <a:cs typeface="Times New Roman" panose="02020603050405020304" pitchFamily="18" charset="0"/>
              </a:rPr>
              <a:t>High Testing Accuracy: While not the absolute highest, Logistic Regression's testing accuracy is competitive (91.6%), indicating strong generalization to new data.</a:t>
            </a:r>
          </a:p>
          <a:p>
            <a:pPr algn="just">
              <a:lnSpc>
                <a:spcPct val="150000"/>
              </a:lnSpc>
              <a:buFont typeface="Arial" panose="020B0604020202020204" pitchFamily="34" charset="0"/>
              <a:buChar char="•"/>
            </a:pPr>
            <a:r>
              <a:rPr lang="en-US" sz="1800" i="0" dirty="0">
                <a:solidFill>
                  <a:srgbClr val="0D0D0D"/>
                </a:solidFill>
                <a:effectLst/>
                <a:latin typeface="Segoe UI Variable Small Semibol" pitchFamily="2" charset="0"/>
                <a:cs typeface="Times New Roman" panose="02020603050405020304" pitchFamily="18" charset="0"/>
              </a:rPr>
              <a:t>Avoids Overfitting: Unlike models like Decision Trees, which show signs of overfitting (100% training accuracy vs. lower testing accuracy), Logistic Regression provides a more balanced performance across training and testing data.</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144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0C868-0A65-462D-AD54-9F0C4E17FDF7}"/>
              </a:ext>
            </a:extLst>
          </p:cNvPr>
          <p:cNvSpPr txBox="1">
            <a:spLocks/>
          </p:cNvSpPr>
          <p:nvPr/>
        </p:nvSpPr>
        <p:spPr>
          <a:xfrm>
            <a:off x="-1433660" y="179109"/>
            <a:ext cx="10515600" cy="1325563"/>
          </a:xfrm>
          <a:prstGeom prst="rect">
            <a:avLst/>
          </a:prstGeom>
        </p:spPr>
        <p:txBody>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pPr algn="ctr"/>
            <a:r>
              <a:rPr lang="en-IN" sz="4000" dirty="0">
                <a:solidFill>
                  <a:srgbClr val="0D0D0D"/>
                </a:solidFill>
                <a:latin typeface="Times New Roman" panose="02020603050405020304" pitchFamily="18" charset="0"/>
                <a:cs typeface="Times New Roman" panose="02020603050405020304" pitchFamily="18" charset="0"/>
              </a:rPr>
              <a:t>MODEL DEPLOYMENT</a:t>
            </a:r>
            <a:br>
              <a:rPr lang="en-IN" sz="4400" dirty="0">
                <a:solidFill>
                  <a:srgbClr val="0D0D0D"/>
                </a:solidFill>
                <a:latin typeface="Times New Roman" panose="02020603050405020304" pitchFamily="18" charset="0"/>
                <a:cs typeface="Times New Roman" panose="02020603050405020304" pitchFamily="18" charset="0"/>
              </a:rPr>
            </a:br>
            <a:endParaRPr lang="en-IN" dirty="0"/>
          </a:p>
        </p:txBody>
      </p:sp>
      <p:pic>
        <p:nvPicPr>
          <p:cNvPr id="4" name="Picture 3">
            <a:extLst>
              <a:ext uri="{FF2B5EF4-FFF2-40B4-BE49-F238E27FC236}">
                <a16:creationId xmlns:a16="http://schemas.microsoft.com/office/drawing/2014/main" id="{94B1820C-7FE8-61B5-F6B6-82A123D05477}"/>
              </a:ext>
            </a:extLst>
          </p:cNvPr>
          <p:cNvPicPr>
            <a:picLocks noChangeAspect="1"/>
          </p:cNvPicPr>
          <p:nvPr/>
        </p:nvPicPr>
        <p:blipFill>
          <a:blip r:embed="rId2"/>
          <a:stretch>
            <a:fillRect/>
          </a:stretch>
        </p:blipFill>
        <p:spPr>
          <a:xfrm>
            <a:off x="1291678" y="944982"/>
            <a:ext cx="8813856" cy="5913018"/>
          </a:xfrm>
          <a:prstGeom prst="rect">
            <a:avLst/>
          </a:prstGeom>
        </p:spPr>
      </p:pic>
    </p:spTree>
    <p:extLst>
      <p:ext uri="{BB962C8B-B14F-4D97-AF65-F5344CB8AC3E}">
        <p14:creationId xmlns:p14="http://schemas.microsoft.com/office/powerpoint/2010/main" val="1267623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ABE511-5B90-F3B6-4C37-7C857DCEBD06}"/>
              </a:ext>
            </a:extLst>
          </p:cNvPr>
          <p:cNvPicPr>
            <a:picLocks noChangeAspect="1"/>
          </p:cNvPicPr>
          <p:nvPr/>
        </p:nvPicPr>
        <p:blipFill>
          <a:blip r:embed="rId2"/>
          <a:stretch>
            <a:fillRect/>
          </a:stretch>
        </p:blipFill>
        <p:spPr>
          <a:xfrm>
            <a:off x="194258" y="265387"/>
            <a:ext cx="6637595" cy="5799323"/>
          </a:xfrm>
          <a:prstGeom prst="rect">
            <a:avLst/>
          </a:prstGeom>
        </p:spPr>
      </p:pic>
      <p:pic>
        <p:nvPicPr>
          <p:cNvPr id="5" name="Picture 4">
            <a:extLst>
              <a:ext uri="{FF2B5EF4-FFF2-40B4-BE49-F238E27FC236}">
                <a16:creationId xmlns:a16="http://schemas.microsoft.com/office/drawing/2014/main" id="{43DABF2B-C7F2-D2A8-EFAB-86EABB394F34}"/>
              </a:ext>
            </a:extLst>
          </p:cNvPr>
          <p:cNvPicPr>
            <a:picLocks noChangeAspect="1"/>
          </p:cNvPicPr>
          <p:nvPr/>
        </p:nvPicPr>
        <p:blipFill>
          <a:blip r:embed="rId3"/>
          <a:stretch>
            <a:fillRect/>
          </a:stretch>
        </p:blipFill>
        <p:spPr>
          <a:xfrm>
            <a:off x="6992108" y="694481"/>
            <a:ext cx="5005633" cy="3923818"/>
          </a:xfrm>
          <a:prstGeom prst="rect">
            <a:avLst/>
          </a:prstGeom>
        </p:spPr>
      </p:pic>
    </p:spTree>
    <p:extLst>
      <p:ext uri="{BB962C8B-B14F-4D97-AF65-F5344CB8AC3E}">
        <p14:creationId xmlns:p14="http://schemas.microsoft.com/office/powerpoint/2010/main" val="1540705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84136-1FD2-12CD-A97D-56509D1AB704}"/>
              </a:ext>
            </a:extLst>
          </p:cNvPr>
          <p:cNvSpPr>
            <a:spLocks noGrp="1"/>
          </p:cNvSpPr>
          <p:nvPr/>
        </p:nvSpPr>
        <p:spPr>
          <a:xfrm>
            <a:off x="838200" y="5230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Challenges we faced </a:t>
            </a:r>
            <a:endParaRPr lang="en-I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C27310-4AA3-A85C-E714-CBE9D983CE37}"/>
              </a:ext>
            </a:extLst>
          </p:cNvPr>
          <p:cNvSpPr>
            <a:spLocks noGrp="1"/>
          </p:cNvSpPr>
          <p:nvPr/>
        </p:nvSpPr>
        <p:spPr>
          <a:xfrm>
            <a:off x="838200" y="198358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Data preprocessing were challenging to use </a:t>
            </a:r>
          </a:p>
          <a:p>
            <a:pPr marL="0" indent="0">
              <a:buNone/>
            </a:pPr>
            <a:r>
              <a:rPr lang="en-US" dirty="0">
                <a:latin typeface="Times New Roman" panose="02020603050405020304" pitchFamily="18" charset="0"/>
                <a:cs typeface="Times New Roman" panose="02020603050405020304" pitchFamily="18" charset="0"/>
              </a:rPr>
              <a:t>How we come over it?</a:t>
            </a:r>
          </a:p>
          <a:p>
            <a:pPr marL="0" indent="0">
              <a:buNone/>
            </a:pPr>
            <a:r>
              <a:rPr lang="en-US" dirty="0">
                <a:latin typeface="Times New Roman" panose="02020603050405020304" pitchFamily="18" charset="0"/>
                <a:cs typeface="Times New Roman" panose="02020603050405020304" pitchFamily="18" charset="0"/>
              </a:rPr>
              <a:t>To address this challenge, used techniques like imputation to fill in missing data,. also, we consider using outlier detection techniques to identify and remove outliers.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301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9C0B7-A1D8-A673-34EC-5CDAB1B249C9}"/>
              </a:ext>
            </a:extLst>
          </p:cNvPr>
          <p:cNvSpPr>
            <a:spLocks noGrp="1"/>
          </p:cNvSpPr>
          <p:nvPr>
            <p:ph type="title"/>
          </p:nvPr>
        </p:nvSpPr>
        <p:spPr>
          <a:xfrm>
            <a:off x="4132161" y="1435261"/>
            <a:ext cx="4062715" cy="3808071"/>
          </a:xfrm>
        </p:spPr>
        <p:txBody>
          <a:bodyPr>
            <a:normAutofit/>
          </a:bodyPr>
          <a:lstStyle/>
          <a:p>
            <a:r>
              <a:rPr lang="en-US" sz="6000" dirty="0">
                <a:solidFill>
                  <a:srgbClr val="002060"/>
                </a:solidFill>
              </a:rPr>
              <a:t>THANK YOU! </a:t>
            </a:r>
          </a:p>
        </p:txBody>
      </p:sp>
    </p:spTree>
    <p:extLst>
      <p:ext uri="{BB962C8B-B14F-4D97-AF65-F5344CB8AC3E}">
        <p14:creationId xmlns:p14="http://schemas.microsoft.com/office/powerpoint/2010/main" val="19275967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830"/>
</p:tagLst>
</file>

<file path=ppt/tags/tag2.xml><?xml version="1.0" encoding="utf-8"?>
<p:tagLst xmlns:a="http://schemas.openxmlformats.org/drawingml/2006/main" xmlns:r="http://schemas.openxmlformats.org/officeDocument/2006/relationships" xmlns:p="http://schemas.openxmlformats.org/presentationml/2006/main">
  <p:tag name="AS_UNIQUEID" val="832"/>
</p:tagLst>
</file>

<file path=ppt/tags/tag3.xml><?xml version="1.0" encoding="utf-8"?>
<p:tagLst xmlns:a="http://schemas.openxmlformats.org/drawingml/2006/main" xmlns:r="http://schemas.openxmlformats.org/officeDocument/2006/relationships" xmlns:p="http://schemas.openxmlformats.org/presentationml/2006/main">
  <p:tag name="AS_UNIQUEID" val="834"/>
</p:tagLst>
</file>

<file path=ppt/tags/tag4.xml><?xml version="1.0" encoding="utf-8"?>
<p:tagLst xmlns:a="http://schemas.openxmlformats.org/drawingml/2006/main" xmlns:r="http://schemas.openxmlformats.org/officeDocument/2006/relationships" xmlns:p="http://schemas.openxmlformats.org/presentationml/2006/main">
  <p:tag name="AS_UNIQUEID" val="836"/>
</p:tagLst>
</file>

<file path=ppt/tags/tag5.xml><?xml version="1.0" encoding="utf-8"?>
<p:tagLst xmlns:a="http://schemas.openxmlformats.org/drawingml/2006/main" xmlns:r="http://schemas.openxmlformats.org/officeDocument/2006/relationships" xmlns:p="http://schemas.openxmlformats.org/presentationml/2006/main">
  <p:tag name="AS_UNIQUEID" val="838"/>
</p:tagLst>
</file>

<file path=ppt/tags/tag6.xml><?xml version="1.0" encoding="utf-8"?>
<p:tagLst xmlns:a="http://schemas.openxmlformats.org/drawingml/2006/main" xmlns:r="http://schemas.openxmlformats.org/officeDocument/2006/relationships" xmlns:p="http://schemas.openxmlformats.org/presentationml/2006/main">
  <p:tag name="AS_UNIQUEID" val="840"/>
</p:tagLst>
</file>

<file path=ppt/tags/tag7.xml><?xml version="1.0" encoding="utf-8"?>
<p:tagLst xmlns:a="http://schemas.openxmlformats.org/drawingml/2006/main" xmlns:r="http://schemas.openxmlformats.org/officeDocument/2006/relationships" xmlns:p="http://schemas.openxmlformats.org/presentationml/2006/main">
  <p:tag name="AS_UNIQUEID" val="842"/>
</p:tagLst>
</file>

<file path=ppt/tags/tag8.xml><?xml version="1.0" encoding="utf-8"?>
<p:tagLst xmlns:a="http://schemas.openxmlformats.org/drawingml/2006/main" xmlns:r="http://schemas.openxmlformats.org/officeDocument/2006/relationships" xmlns:p="http://schemas.openxmlformats.org/presentationml/2006/main">
  <p:tag name="AS_UNIQUEID" val="844"/>
</p:tagLst>
</file>

<file path=ppt/tags/tag9.xml><?xml version="1.0" encoding="utf-8"?>
<p:tagLst xmlns:a="http://schemas.openxmlformats.org/drawingml/2006/main" xmlns:r="http://schemas.openxmlformats.org/officeDocument/2006/relationships" xmlns:p="http://schemas.openxmlformats.org/presentationml/2006/main">
  <p:tag name="AS_UNIQUEID" val="857"/>
</p:tagLst>
</file>

<file path=ppt/tags/tag10.xml><?xml version="1.0" encoding="utf-8"?>
<p:tagLst xmlns:a="http://schemas.openxmlformats.org/drawingml/2006/main" xmlns:r="http://schemas.openxmlformats.org/officeDocument/2006/relationships" xmlns:p="http://schemas.openxmlformats.org/presentationml/2006/main">
  <p:tag name="AS_UNIQUEID" val="857"/>
</p:tagLst>
</file>

<file path=ppt/tags/tag11.xml><?xml version="1.0" encoding="utf-8"?>
<p:tagLst xmlns:a="http://schemas.openxmlformats.org/drawingml/2006/main" xmlns:r="http://schemas.openxmlformats.org/officeDocument/2006/relationships" xmlns:p="http://schemas.openxmlformats.org/presentationml/2006/main">
  <p:tag name="AS_UNIQUEID" val="857"/>
</p:tagLst>
</file>

<file path=ppt/tags/tag12.xml><?xml version="1.0" encoding="utf-8"?>
<p:tagLst xmlns:a="http://schemas.openxmlformats.org/drawingml/2006/main" xmlns:r="http://schemas.openxmlformats.org/officeDocument/2006/relationships" xmlns:p="http://schemas.openxmlformats.org/presentationml/2006/main">
  <p:tag name="AS_UNIQUEID" val="857"/>
</p:tagLst>
</file>

<file path=ppt/tags/tag13.xml><?xml version="1.0" encoding="utf-8"?>
<p:tagLst xmlns:a="http://schemas.openxmlformats.org/drawingml/2006/main" xmlns:r="http://schemas.openxmlformats.org/officeDocument/2006/relationships" xmlns:p="http://schemas.openxmlformats.org/presentationml/2006/main">
  <p:tag name="AS_UNIQUEID" val="857"/>
</p:tagLst>
</file>

<file path=ppt/tags/tag14.xml><?xml version="1.0" encoding="utf-8"?>
<p:tagLst xmlns:a="http://schemas.openxmlformats.org/drawingml/2006/main" xmlns:r="http://schemas.openxmlformats.org/officeDocument/2006/relationships" xmlns:p="http://schemas.openxmlformats.org/presentationml/2006/main">
  <p:tag name="AS_UNIQUEID" val="857"/>
</p:tagLst>
</file>

<file path=ppt/tags/tag15.xml><?xml version="1.0" encoding="utf-8"?>
<p:tagLst xmlns:a="http://schemas.openxmlformats.org/drawingml/2006/main" xmlns:r="http://schemas.openxmlformats.org/officeDocument/2006/relationships" xmlns:p="http://schemas.openxmlformats.org/presentationml/2006/main">
  <p:tag name="AS_UNIQUEID" val="857"/>
</p:tagLst>
</file>

<file path=ppt/tags/tag16.xml><?xml version="1.0" encoding="utf-8"?>
<p:tagLst xmlns:a="http://schemas.openxmlformats.org/drawingml/2006/main" xmlns:r="http://schemas.openxmlformats.org/officeDocument/2006/relationships" xmlns:p="http://schemas.openxmlformats.org/presentationml/2006/main">
  <p:tag name="AS_UNIQUEID" val="857"/>
</p:tagLst>
</file>

<file path=ppt/tags/tag17.xml><?xml version="1.0" encoding="utf-8"?>
<p:tagLst xmlns:a="http://schemas.openxmlformats.org/drawingml/2006/main" xmlns:r="http://schemas.openxmlformats.org/officeDocument/2006/relationships" xmlns:p="http://schemas.openxmlformats.org/presentationml/2006/main">
  <p:tag name="AS_UNIQUEID" val="808"/>
</p:tagLst>
</file>

<file path=ppt/tags/tag18.xml><?xml version="1.0" encoding="utf-8"?>
<p:tagLst xmlns:a="http://schemas.openxmlformats.org/drawingml/2006/main" xmlns:r="http://schemas.openxmlformats.org/officeDocument/2006/relationships" xmlns:p="http://schemas.openxmlformats.org/presentationml/2006/main">
  <p:tag name="AS_UNIQUEID" val="810"/>
</p:tagLst>
</file>

<file path=ppt/tags/tag19.xml><?xml version="1.0" encoding="utf-8"?>
<p:tagLst xmlns:a="http://schemas.openxmlformats.org/drawingml/2006/main" xmlns:r="http://schemas.openxmlformats.org/officeDocument/2006/relationships" xmlns:p="http://schemas.openxmlformats.org/presentationml/2006/main">
  <p:tag name="AS_UNIQUEID" val="808"/>
</p:tagLst>
</file>

<file path=ppt/tags/tag20.xml><?xml version="1.0" encoding="utf-8"?>
<p:tagLst xmlns:a="http://schemas.openxmlformats.org/drawingml/2006/main" xmlns:r="http://schemas.openxmlformats.org/officeDocument/2006/relationships" xmlns:p="http://schemas.openxmlformats.org/presentationml/2006/main">
  <p:tag name="AS_UNIQUEID" val="810"/>
</p:tagLst>
</file>

<file path=ppt/tags/tag21.xml><?xml version="1.0" encoding="utf-8"?>
<p:tagLst xmlns:a="http://schemas.openxmlformats.org/drawingml/2006/main" xmlns:r="http://schemas.openxmlformats.org/officeDocument/2006/relationships" xmlns:p="http://schemas.openxmlformats.org/presentationml/2006/main">
  <p:tag name="AS_UNIQUEID" val="808"/>
</p:tagLst>
</file>

<file path=ppt/tags/tag22.xml><?xml version="1.0" encoding="utf-8"?>
<p:tagLst xmlns:a="http://schemas.openxmlformats.org/drawingml/2006/main" xmlns:r="http://schemas.openxmlformats.org/officeDocument/2006/relationships" xmlns:p="http://schemas.openxmlformats.org/presentationml/2006/main">
  <p:tag name="AS_UNIQUEID" val="810"/>
</p:tagLst>
</file>

<file path=ppt/tags/tag23.xml><?xml version="1.0" encoding="utf-8"?>
<p:tagLst xmlns:a="http://schemas.openxmlformats.org/drawingml/2006/main" xmlns:r="http://schemas.openxmlformats.org/officeDocument/2006/relationships" xmlns:p="http://schemas.openxmlformats.org/presentationml/2006/main">
  <p:tag name="AS_UNIQUEID" val="808"/>
</p:tagLst>
</file>

<file path=ppt/tags/tag24.xml><?xml version="1.0" encoding="utf-8"?>
<p:tagLst xmlns:a="http://schemas.openxmlformats.org/drawingml/2006/main" xmlns:r="http://schemas.openxmlformats.org/officeDocument/2006/relationships" xmlns:p="http://schemas.openxmlformats.org/presentationml/2006/main">
  <p:tag name="AS_UNIQUEID" val="810"/>
</p:tagLst>
</file>

<file path=ppt/tags/tag25.xml><?xml version="1.0" encoding="utf-8"?>
<p:tagLst xmlns:a="http://schemas.openxmlformats.org/drawingml/2006/main" xmlns:r="http://schemas.openxmlformats.org/officeDocument/2006/relationships" xmlns:p="http://schemas.openxmlformats.org/presentationml/2006/main">
  <p:tag name="AS_UNIQUEID" val="808"/>
</p:tagLst>
</file>

<file path=ppt/tags/tag26.xml><?xml version="1.0" encoding="utf-8"?>
<p:tagLst xmlns:a="http://schemas.openxmlformats.org/drawingml/2006/main" xmlns:r="http://schemas.openxmlformats.org/officeDocument/2006/relationships" xmlns:p="http://schemas.openxmlformats.org/presentationml/2006/main">
  <p:tag name="AS_UNIQUEID" val="810"/>
</p:tagLst>
</file>

<file path=ppt/tags/tag27.xml><?xml version="1.0" encoding="utf-8"?>
<p:tagLst xmlns:a="http://schemas.openxmlformats.org/drawingml/2006/main" xmlns:r="http://schemas.openxmlformats.org/officeDocument/2006/relationships" xmlns:p="http://schemas.openxmlformats.org/presentationml/2006/main">
  <p:tag name="AS_UNIQUEID" val="808"/>
</p:tagLst>
</file>

<file path=ppt/tags/tag28.xml><?xml version="1.0" encoding="utf-8"?>
<p:tagLst xmlns:a="http://schemas.openxmlformats.org/drawingml/2006/main" xmlns:r="http://schemas.openxmlformats.org/officeDocument/2006/relationships" xmlns:p="http://schemas.openxmlformats.org/presentationml/2006/main">
  <p:tag name="AS_UNIQUEID" val="810"/>
</p:tagLst>
</file>

<file path=ppt/tags/tag29.xml><?xml version="1.0" encoding="utf-8"?>
<p:tagLst xmlns:a="http://schemas.openxmlformats.org/drawingml/2006/main" xmlns:r="http://schemas.openxmlformats.org/officeDocument/2006/relationships" xmlns:p="http://schemas.openxmlformats.org/presentationml/2006/main">
  <p:tag name="AS_UNIQUEID" val="808"/>
</p:tagLst>
</file>

<file path=ppt/tags/tag30.xml><?xml version="1.0" encoding="utf-8"?>
<p:tagLst xmlns:a="http://schemas.openxmlformats.org/drawingml/2006/main" xmlns:r="http://schemas.openxmlformats.org/officeDocument/2006/relationships" xmlns:p="http://schemas.openxmlformats.org/presentationml/2006/main">
  <p:tag name="AS_UNIQUEID" val="810"/>
</p:tagLst>
</file>

<file path=ppt/tags/tag31.xml><?xml version="1.0" encoding="utf-8"?>
<p:tagLst xmlns:a="http://schemas.openxmlformats.org/drawingml/2006/main" xmlns:r="http://schemas.openxmlformats.org/officeDocument/2006/relationships" xmlns:p="http://schemas.openxmlformats.org/presentationml/2006/main">
  <p:tag name="AS_UNIQUEID" val="808"/>
</p:tagLst>
</file>

<file path=ppt/tags/tag32.xml><?xml version="1.0" encoding="utf-8"?>
<p:tagLst xmlns:a="http://schemas.openxmlformats.org/drawingml/2006/main" xmlns:r="http://schemas.openxmlformats.org/officeDocument/2006/relationships" xmlns:p="http://schemas.openxmlformats.org/presentationml/2006/main">
  <p:tag name="AS_UNIQUEID" val="810"/>
</p:tagLst>
</file>

<file path=ppt/tags/tag33.xml><?xml version="1.0" encoding="utf-8"?>
<p:tagLst xmlns:a="http://schemas.openxmlformats.org/drawingml/2006/main" xmlns:r="http://schemas.openxmlformats.org/officeDocument/2006/relationships" xmlns:p="http://schemas.openxmlformats.org/presentationml/2006/main">
  <p:tag name="AS_UNIQUEID" val="857"/>
</p:tagLst>
</file>

<file path=ppt/tags/tag34.xml><?xml version="1.0" encoding="utf-8"?>
<p:tagLst xmlns:a="http://schemas.openxmlformats.org/drawingml/2006/main" xmlns:r="http://schemas.openxmlformats.org/officeDocument/2006/relationships" xmlns:p="http://schemas.openxmlformats.org/presentationml/2006/main">
  <p:tag name="AS_UNIQUEID" val="834"/>
</p:tagLst>
</file>

<file path=ppt/tags/tag35.xml><?xml version="1.0" encoding="utf-8"?>
<p:tagLst xmlns:a="http://schemas.openxmlformats.org/drawingml/2006/main" xmlns:r="http://schemas.openxmlformats.org/officeDocument/2006/relationships" xmlns:p="http://schemas.openxmlformats.org/presentationml/2006/main">
  <p:tag name="AS_UNIQUEID" val="858"/>
</p:tagLst>
</file>

<file path=ppt/tags/tag36.xml><?xml version="1.0" encoding="utf-8"?>
<p:tagLst xmlns:a="http://schemas.openxmlformats.org/drawingml/2006/main" xmlns:r="http://schemas.openxmlformats.org/officeDocument/2006/relationships" xmlns:p="http://schemas.openxmlformats.org/presentationml/2006/main">
  <p:tag name="AS_UNIQUEID" val="836"/>
</p:tagLst>
</file>

<file path=ppt/tags/tag37.xml><?xml version="1.0" encoding="utf-8"?>
<p:tagLst xmlns:a="http://schemas.openxmlformats.org/drawingml/2006/main" xmlns:r="http://schemas.openxmlformats.org/officeDocument/2006/relationships" xmlns:p="http://schemas.openxmlformats.org/presentationml/2006/main">
  <p:tag name="AS_UNIQUEID" val="859"/>
</p:tagLst>
</file>

<file path=ppt/tags/tag38.xml><?xml version="1.0" encoding="utf-8"?>
<p:tagLst xmlns:a="http://schemas.openxmlformats.org/drawingml/2006/main" xmlns:r="http://schemas.openxmlformats.org/officeDocument/2006/relationships" xmlns:p="http://schemas.openxmlformats.org/presentationml/2006/main">
  <p:tag name="AS_UNIQUEID" val="838"/>
</p:tagLst>
</file>

<file path=ppt/tags/tag39.xml><?xml version="1.0" encoding="utf-8"?>
<p:tagLst xmlns:a="http://schemas.openxmlformats.org/drawingml/2006/main" xmlns:r="http://schemas.openxmlformats.org/officeDocument/2006/relationships" xmlns:p="http://schemas.openxmlformats.org/presentationml/2006/main">
  <p:tag name="AS_UNIQUEID" val="860"/>
</p:tagLst>
</file>

<file path=ppt/tags/tag40.xml><?xml version="1.0" encoding="utf-8"?>
<p:tagLst xmlns:a="http://schemas.openxmlformats.org/drawingml/2006/main" xmlns:r="http://schemas.openxmlformats.org/officeDocument/2006/relationships" xmlns:p="http://schemas.openxmlformats.org/presentationml/2006/main">
  <p:tag name="AS_UNIQUEID" val="840"/>
</p:tagLst>
</file>

<file path=ppt/tags/tag41.xml><?xml version="1.0" encoding="utf-8"?>
<p:tagLst xmlns:a="http://schemas.openxmlformats.org/drawingml/2006/main" xmlns:r="http://schemas.openxmlformats.org/officeDocument/2006/relationships" xmlns:p="http://schemas.openxmlformats.org/presentationml/2006/main">
  <p:tag name="AS_UNIQUEID" val="861"/>
</p:tagLst>
</file>

<file path=ppt/tags/tag42.xml><?xml version="1.0" encoding="utf-8"?>
<p:tagLst xmlns:a="http://schemas.openxmlformats.org/drawingml/2006/main" xmlns:r="http://schemas.openxmlformats.org/officeDocument/2006/relationships" xmlns:p="http://schemas.openxmlformats.org/presentationml/2006/main">
  <p:tag name="AS_UNIQUEID" val="842"/>
</p:tagLst>
</file>

<file path=ppt/tags/tag43.xml><?xml version="1.0" encoding="utf-8"?>
<p:tagLst xmlns:a="http://schemas.openxmlformats.org/drawingml/2006/main" xmlns:r="http://schemas.openxmlformats.org/officeDocument/2006/relationships" xmlns:p="http://schemas.openxmlformats.org/presentationml/2006/main">
  <p:tag name="AS_UNIQUEID" val="862"/>
</p:tagLst>
</file>

<file path=ppt/tags/tag44.xml><?xml version="1.0" encoding="utf-8"?>
<p:tagLst xmlns:a="http://schemas.openxmlformats.org/drawingml/2006/main" xmlns:r="http://schemas.openxmlformats.org/officeDocument/2006/relationships" xmlns:p="http://schemas.openxmlformats.org/presentationml/2006/main">
  <p:tag name="AS_UNIQUEID" val="844"/>
</p:tagLst>
</file>

<file path=ppt/tags/tag45.xml><?xml version="1.0" encoding="utf-8"?>
<p:tagLst xmlns:a="http://schemas.openxmlformats.org/drawingml/2006/main" xmlns:r="http://schemas.openxmlformats.org/officeDocument/2006/relationships" xmlns:p="http://schemas.openxmlformats.org/presentationml/2006/main">
  <p:tag name="AS_UNIQUEID" val="863"/>
</p:tagLst>
</file>

<file path=ppt/tags/tag46.xml><?xml version="1.0" encoding="utf-8"?>
<p:tagLst xmlns:a="http://schemas.openxmlformats.org/drawingml/2006/main" xmlns:r="http://schemas.openxmlformats.org/officeDocument/2006/relationships" xmlns:p="http://schemas.openxmlformats.org/presentationml/2006/main">
  <p:tag name="AS_UNIQUEID" val="846"/>
</p:tagLst>
</file>

<file path=ppt/tags/tag47.xml><?xml version="1.0" encoding="utf-8"?>
<p:tagLst xmlns:a="http://schemas.openxmlformats.org/drawingml/2006/main" xmlns:r="http://schemas.openxmlformats.org/officeDocument/2006/relationships" xmlns:p="http://schemas.openxmlformats.org/presentationml/2006/main">
  <p:tag name="AS_UNIQUEID" val="864"/>
</p:tagLst>
</file>

<file path=ppt/tags/tag48.xml><?xml version="1.0" encoding="utf-8"?>
<p:tagLst xmlns:a="http://schemas.openxmlformats.org/drawingml/2006/main" xmlns:r="http://schemas.openxmlformats.org/officeDocument/2006/relationships" xmlns:p="http://schemas.openxmlformats.org/presentationml/2006/main">
  <p:tag name="AS_UNIQUEID" val="848"/>
</p:tagLst>
</file>

<file path=ppt/tags/tag49.xml><?xml version="1.0" encoding="utf-8"?>
<p:tagLst xmlns:a="http://schemas.openxmlformats.org/drawingml/2006/main" xmlns:r="http://schemas.openxmlformats.org/officeDocument/2006/relationships" xmlns:p="http://schemas.openxmlformats.org/presentationml/2006/main">
  <p:tag name="AS_UNIQUEID" val="850"/>
</p:tagLst>
</file>

<file path=ppt/tags/tag50.xml><?xml version="1.0" encoding="utf-8"?>
<p:tagLst xmlns:a="http://schemas.openxmlformats.org/drawingml/2006/main" xmlns:r="http://schemas.openxmlformats.org/officeDocument/2006/relationships" xmlns:p="http://schemas.openxmlformats.org/presentationml/2006/main">
  <p:tag name="AS_UNIQUEID" val="852"/>
</p:tagLst>
</file>

<file path=ppt/tags/tag51.xml><?xml version="1.0" encoding="utf-8"?>
<p:tagLst xmlns:a="http://schemas.openxmlformats.org/drawingml/2006/main" xmlns:r="http://schemas.openxmlformats.org/officeDocument/2006/relationships" xmlns:p="http://schemas.openxmlformats.org/presentationml/2006/main">
  <p:tag name="AS_UNIQUEID" val="854"/>
</p:tagLst>
</file>

<file path=ppt/tags/tag52.xml><?xml version="1.0" encoding="utf-8"?>
<p:tagLst xmlns:a="http://schemas.openxmlformats.org/drawingml/2006/main" xmlns:r="http://schemas.openxmlformats.org/officeDocument/2006/relationships" xmlns:p="http://schemas.openxmlformats.org/presentationml/2006/main">
  <p:tag name="AS_UNIQUEID" val="856"/>
</p:tagLst>
</file>

<file path=ppt/tags/tag53.xml><?xml version="1.0" encoding="utf-8"?>
<p:tagLst xmlns:a="http://schemas.openxmlformats.org/drawingml/2006/main" xmlns:r="http://schemas.openxmlformats.org/officeDocument/2006/relationships" xmlns:p="http://schemas.openxmlformats.org/presentationml/2006/main">
  <p:tag name="AS_UNIQUEID" val="862"/>
</p:tagLst>
</file>

<file path=ppt/tags/tag54.xml><?xml version="1.0" encoding="utf-8"?>
<p:tagLst xmlns:a="http://schemas.openxmlformats.org/drawingml/2006/main" xmlns:r="http://schemas.openxmlformats.org/officeDocument/2006/relationships" xmlns:p="http://schemas.openxmlformats.org/presentationml/2006/main">
  <p:tag name="AS_UNIQUEID" val="862"/>
</p:tagLst>
</file>

<file path=ppt/tags/tag55.xml><?xml version="1.0" encoding="utf-8"?>
<p:tagLst xmlns:a="http://schemas.openxmlformats.org/drawingml/2006/main" xmlns:r="http://schemas.openxmlformats.org/officeDocument/2006/relationships" xmlns:p="http://schemas.openxmlformats.org/presentationml/2006/main">
  <p:tag name="AS_UNIQUEID" val="811"/>
</p:tagLst>
</file>

<file path=ppt/tags/tag56.xml><?xml version="1.0" encoding="utf-8"?>
<p:tagLst xmlns:a="http://schemas.openxmlformats.org/drawingml/2006/main" xmlns:r="http://schemas.openxmlformats.org/officeDocument/2006/relationships" xmlns:p="http://schemas.openxmlformats.org/presentationml/2006/main">
  <p:tag name="AS_UNIQUEID" val="811"/>
</p:tagLst>
</file>

<file path=ppt/tags/tag57.xml><?xml version="1.0" encoding="utf-8"?>
<p:tagLst xmlns:a="http://schemas.openxmlformats.org/drawingml/2006/main" xmlns:r="http://schemas.openxmlformats.org/officeDocument/2006/relationships" xmlns:p="http://schemas.openxmlformats.org/presentationml/2006/main">
  <p:tag name="AS_UNIQUEID" val="808"/>
</p:tagLst>
</file>

<file path=ppt/tags/tag58.xml><?xml version="1.0" encoding="utf-8"?>
<p:tagLst xmlns:a="http://schemas.openxmlformats.org/drawingml/2006/main" xmlns:r="http://schemas.openxmlformats.org/officeDocument/2006/relationships" xmlns:p="http://schemas.openxmlformats.org/presentationml/2006/main">
  <p:tag name="AS_UNIQUEID" val="810"/>
</p:tagLst>
</file>

<file path=ppt/tags/tag59.xml><?xml version="1.0" encoding="utf-8"?>
<p:tagLst xmlns:a="http://schemas.openxmlformats.org/drawingml/2006/main" xmlns:r="http://schemas.openxmlformats.org/officeDocument/2006/relationships" xmlns:p="http://schemas.openxmlformats.org/presentationml/2006/main">
  <p:tag name="AS_UNIQUEID" val="811"/>
</p:tagLst>
</file>

<file path=ppt/tags/tag60.xml><?xml version="1.0" encoding="utf-8"?>
<p:tagLst xmlns:a="http://schemas.openxmlformats.org/drawingml/2006/main" xmlns:r="http://schemas.openxmlformats.org/officeDocument/2006/relationships" xmlns:p="http://schemas.openxmlformats.org/presentationml/2006/main">
  <p:tag name="AS_UNIQUEID" val="811"/>
</p:tagLst>
</file>

<file path=ppt/tags/tag61.xml><?xml version="1.0" encoding="utf-8"?>
<p:tagLst xmlns:a="http://schemas.openxmlformats.org/drawingml/2006/main" xmlns:r="http://schemas.openxmlformats.org/officeDocument/2006/relationships" xmlns:p="http://schemas.openxmlformats.org/presentationml/2006/main">
  <p:tag name="AS_UNIQUEID" val="808"/>
</p:tagLst>
</file>

<file path=ppt/tags/tag62.xml><?xml version="1.0" encoding="utf-8"?>
<p:tagLst xmlns:a="http://schemas.openxmlformats.org/drawingml/2006/main" xmlns:r="http://schemas.openxmlformats.org/officeDocument/2006/relationships" xmlns:p="http://schemas.openxmlformats.org/presentationml/2006/main">
  <p:tag name="AS_UNIQUEID" val="810"/>
</p:tagLst>
</file>

<file path=ppt/tags/tag63.xml><?xml version="1.0" encoding="utf-8"?>
<p:tagLst xmlns:a="http://schemas.openxmlformats.org/drawingml/2006/main" xmlns:r="http://schemas.openxmlformats.org/officeDocument/2006/relationships" xmlns:p="http://schemas.openxmlformats.org/presentationml/2006/main">
  <p:tag name="AS_UNIQUEID" val="811"/>
</p:tagLst>
</file>

<file path=ppt/tags/tag64.xml><?xml version="1.0" encoding="utf-8"?>
<p:tagLst xmlns:a="http://schemas.openxmlformats.org/drawingml/2006/main" xmlns:r="http://schemas.openxmlformats.org/officeDocument/2006/relationships" xmlns:p="http://schemas.openxmlformats.org/presentationml/2006/main">
  <p:tag name="AS_UNIQUEID" val="811"/>
</p:tagLst>
</file>

<file path=ppt/tags/tag65.xml><?xml version="1.0" encoding="utf-8"?>
<p:tagLst xmlns:a="http://schemas.openxmlformats.org/drawingml/2006/main" xmlns:r="http://schemas.openxmlformats.org/officeDocument/2006/relationships" xmlns:p="http://schemas.openxmlformats.org/presentationml/2006/main">
  <p:tag name="AS_UNIQUEID" val="811"/>
</p:tagLst>
</file>

<file path=ppt/tags/tag66.xml><?xml version="1.0" encoding="utf-8"?>
<p:tagLst xmlns:a="http://schemas.openxmlformats.org/drawingml/2006/main" xmlns:r="http://schemas.openxmlformats.org/officeDocument/2006/relationships" xmlns:p="http://schemas.openxmlformats.org/presentationml/2006/main">
  <p:tag name="AS_UNIQUEID" val="808"/>
</p:tagLst>
</file>

<file path=ppt/tags/tag67.xml><?xml version="1.0" encoding="utf-8"?>
<p:tagLst xmlns:a="http://schemas.openxmlformats.org/drawingml/2006/main" xmlns:r="http://schemas.openxmlformats.org/officeDocument/2006/relationships" xmlns:p="http://schemas.openxmlformats.org/presentationml/2006/main">
  <p:tag name="AS_UNIQUEID" val="810"/>
</p:tagLst>
</file>

<file path=ppt/tags/tag68.xml><?xml version="1.0" encoding="utf-8"?>
<p:tagLst xmlns:a="http://schemas.openxmlformats.org/drawingml/2006/main" xmlns:r="http://schemas.openxmlformats.org/officeDocument/2006/relationships" xmlns:p="http://schemas.openxmlformats.org/presentationml/2006/main">
  <p:tag name="AS_UNIQUEID" val="2405"/>
</p:tagLst>
</file>

<file path=ppt/tags/tag69.xml><?xml version="1.0" encoding="utf-8"?>
<p:tagLst xmlns:a="http://schemas.openxmlformats.org/drawingml/2006/main" xmlns:r="http://schemas.openxmlformats.org/officeDocument/2006/relationships" xmlns:p="http://schemas.openxmlformats.org/presentationml/2006/main">
  <p:tag name="AS_UNIQUEID" val="2397"/>
</p:tagLst>
</file>

<file path=ppt/tags/tag70.xml><?xml version="1.0" encoding="utf-8"?>
<p:tagLst xmlns:a="http://schemas.openxmlformats.org/drawingml/2006/main" xmlns:r="http://schemas.openxmlformats.org/officeDocument/2006/relationships" xmlns:p="http://schemas.openxmlformats.org/presentationml/2006/main">
  <p:tag name="AS_UNIQUEID" val="2399"/>
</p:tagLst>
</file>

<file path=ppt/tags/tag71.xml><?xml version="1.0" encoding="utf-8"?>
<p:tagLst xmlns:a="http://schemas.openxmlformats.org/drawingml/2006/main" xmlns:r="http://schemas.openxmlformats.org/officeDocument/2006/relationships" xmlns:p="http://schemas.openxmlformats.org/presentationml/2006/main">
  <p:tag name="AS_UNIQUEID" val="2403"/>
</p:tagLst>
</file>

<file path=ppt/tags/tag72.xml><?xml version="1.0" encoding="utf-8"?>
<p:tagLst xmlns:a="http://schemas.openxmlformats.org/drawingml/2006/main" xmlns:r="http://schemas.openxmlformats.org/officeDocument/2006/relationships" xmlns:p="http://schemas.openxmlformats.org/presentationml/2006/main">
  <p:tag name="AS_UNIQUEID" val="2385"/>
</p:tagLst>
</file>

<file path=ppt/tags/tag73.xml><?xml version="1.0" encoding="utf-8"?>
<p:tagLst xmlns:a="http://schemas.openxmlformats.org/drawingml/2006/main" xmlns:r="http://schemas.openxmlformats.org/officeDocument/2006/relationships" xmlns:p="http://schemas.openxmlformats.org/presentationml/2006/main">
  <p:tag name="AS_UNIQUEID" val="857"/>
</p:tagLst>
</file>

<file path=ppt/tags/tag74.xml><?xml version="1.0" encoding="utf-8"?>
<p:tagLst xmlns:a="http://schemas.openxmlformats.org/drawingml/2006/main" xmlns:r="http://schemas.openxmlformats.org/officeDocument/2006/relationships" xmlns:p="http://schemas.openxmlformats.org/presentationml/2006/main">
  <p:tag name="AS_UNIQUEID" val="857"/>
</p:tagLst>
</file>

<file path=ppt/tags/tag75.xml><?xml version="1.0" encoding="utf-8"?>
<p:tagLst xmlns:a="http://schemas.openxmlformats.org/drawingml/2006/main" xmlns:r="http://schemas.openxmlformats.org/officeDocument/2006/relationships" xmlns:p="http://schemas.openxmlformats.org/presentationml/2006/main">
  <p:tag name="AS_UNIQUEID" val="857"/>
</p:tagLst>
</file>

<file path=ppt/tags/tag76.xml><?xml version="1.0" encoding="utf-8"?>
<p:tagLst xmlns:a="http://schemas.openxmlformats.org/drawingml/2006/main" xmlns:r="http://schemas.openxmlformats.org/officeDocument/2006/relationships" xmlns:p="http://schemas.openxmlformats.org/presentationml/2006/main">
  <p:tag name="AS_UNIQUEID" val="857"/>
</p:tagLst>
</file>

<file path=ppt/tags/tag77.xml><?xml version="1.0" encoding="utf-8"?>
<p:tagLst xmlns:a="http://schemas.openxmlformats.org/drawingml/2006/main" xmlns:r="http://schemas.openxmlformats.org/officeDocument/2006/relationships" xmlns:p="http://schemas.openxmlformats.org/presentationml/2006/main">
  <p:tag name="AS_UNIQUEID" val="857"/>
</p:tagLst>
</file>

<file path=ppt/tags/tag78.xml><?xml version="1.0" encoding="utf-8"?>
<p:tagLst xmlns:a="http://schemas.openxmlformats.org/drawingml/2006/main" xmlns:r="http://schemas.openxmlformats.org/officeDocument/2006/relationships" xmlns:p="http://schemas.openxmlformats.org/presentationml/2006/main">
  <p:tag name="AS_UNIQUEID" val="808"/>
</p:tagLst>
</file>

<file path=ppt/tags/tag79.xml><?xml version="1.0" encoding="utf-8"?>
<p:tagLst xmlns:a="http://schemas.openxmlformats.org/drawingml/2006/main" xmlns:r="http://schemas.openxmlformats.org/officeDocument/2006/relationships" xmlns:p="http://schemas.openxmlformats.org/presentationml/2006/main">
  <p:tag name="AS_UNIQUEID" val="810"/>
</p:tagLst>
</file>

<file path=ppt/tags/tag80.xml><?xml version="1.0" encoding="utf-8"?>
<p:tagLst xmlns:a="http://schemas.openxmlformats.org/drawingml/2006/main" xmlns:r="http://schemas.openxmlformats.org/officeDocument/2006/relationships" xmlns:p="http://schemas.openxmlformats.org/presentationml/2006/main">
  <p:tag name="AS_UNIQUEID" val="808"/>
</p:tagLst>
</file>

<file path=ppt/tags/tag81.xml><?xml version="1.0" encoding="utf-8"?>
<p:tagLst xmlns:a="http://schemas.openxmlformats.org/drawingml/2006/main" xmlns:r="http://schemas.openxmlformats.org/officeDocument/2006/relationships" xmlns:p="http://schemas.openxmlformats.org/presentationml/2006/main">
  <p:tag name="AS_UNIQUEID" val="810"/>
</p:tagLst>
</file>

<file path=ppt/tags/tag82.xml><?xml version="1.0" encoding="utf-8"?>
<p:tagLst xmlns:a="http://schemas.openxmlformats.org/drawingml/2006/main" xmlns:r="http://schemas.openxmlformats.org/officeDocument/2006/relationships" xmlns:p="http://schemas.openxmlformats.org/presentationml/2006/main">
  <p:tag name="AS_UNIQUEID" val="808"/>
</p:tagLst>
</file>

<file path=ppt/tags/tag83.xml><?xml version="1.0" encoding="utf-8"?>
<p:tagLst xmlns:a="http://schemas.openxmlformats.org/drawingml/2006/main" xmlns:r="http://schemas.openxmlformats.org/officeDocument/2006/relationships" xmlns:p="http://schemas.openxmlformats.org/presentationml/2006/main">
  <p:tag name="AS_UNIQUEID" val="810"/>
</p:tagLst>
</file>

<file path=ppt/tags/tag84.xml><?xml version="1.0" encoding="utf-8"?>
<p:tagLst xmlns:a="http://schemas.openxmlformats.org/drawingml/2006/main" xmlns:r="http://schemas.openxmlformats.org/officeDocument/2006/relationships" xmlns:p="http://schemas.openxmlformats.org/presentationml/2006/main">
  <p:tag name="AS_UNIQUEID" val="808"/>
</p:tagLst>
</file>

<file path=ppt/tags/tag85.xml><?xml version="1.0" encoding="utf-8"?>
<p:tagLst xmlns:a="http://schemas.openxmlformats.org/drawingml/2006/main" xmlns:r="http://schemas.openxmlformats.org/officeDocument/2006/relationships" xmlns:p="http://schemas.openxmlformats.org/presentationml/2006/main">
  <p:tag name="AS_UNIQUEID" val="810"/>
</p:tagLst>
</file>

<file path=ppt/tags/tag86.xml><?xml version="1.0" encoding="utf-8"?>
<p:tagLst xmlns:a="http://schemas.openxmlformats.org/drawingml/2006/main" xmlns:r="http://schemas.openxmlformats.org/officeDocument/2006/relationships" xmlns:p="http://schemas.openxmlformats.org/presentationml/2006/main">
  <p:tag name="AS_UNIQUEID" val="808"/>
</p:tagLst>
</file>

<file path=ppt/tags/tag87.xml><?xml version="1.0" encoding="utf-8"?>
<p:tagLst xmlns:a="http://schemas.openxmlformats.org/drawingml/2006/main" xmlns:r="http://schemas.openxmlformats.org/officeDocument/2006/relationships" xmlns:p="http://schemas.openxmlformats.org/presentationml/2006/main">
  <p:tag name="AS_UNIQUEID" val="810"/>
</p:tagLst>
</file>

<file path=ppt/tags/tag88.xml><?xml version="1.0" encoding="utf-8"?>
<p:tagLst xmlns:a="http://schemas.openxmlformats.org/drawingml/2006/main" xmlns:r="http://schemas.openxmlformats.org/officeDocument/2006/relationships" xmlns:p="http://schemas.openxmlformats.org/presentationml/2006/main">
  <p:tag name="AS_UNIQUEID" val="2409"/>
</p:tagLst>
</file>

<file path=ppt/tags/tag89.xml><?xml version="1.0" encoding="utf-8"?>
<p:tagLst xmlns:a="http://schemas.openxmlformats.org/drawingml/2006/main" xmlns:r="http://schemas.openxmlformats.org/officeDocument/2006/relationships" xmlns:p="http://schemas.openxmlformats.org/presentationml/2006/main">
  <p:tag name="AS_UNIQUEID" val="2399"/>
</p:tagLst>
</file>

<file path=ppt/tags/tag90.xml><?xml version="1.0" encoding="utf-8"?>
<p:tagLst xmlns:a="http://schemas.openxmlformats.org/drawingml/2006/main" xmlns:r="http://schemas.openxmlformats.org/officeDocument/2006/relationships" xmlns:p="http://schemas.openxmlformats.org/presentationml/2006/main">
  <p:tag name="AS_UNIQUEID" val="2401"/>
</p:tagLst>
</file>

<file path=ppt/tags/tag91.xml><?xml version="1.0" encoding="utf-8"?>
<p:tagLst xmlns:a="http://schemas.openxmlformats.org/drawingml/2006/main" xmlns:r="http://schemas.openxmlformats.org/officeDocument/2006/relationships" xmlns:p="http://schemas.openxmlformats.org/presentationml/2006/main">
  <p:tag name="AS_UNIQUEID" val="2403"/>
</p:tagLst>
</file>

<file path=ppt/tags/tag92.xml><?xml version="1.0" encoding="utf-8"?>
<p:tagLst xmlns:a="http://schemas.openxmlformats.org/drawingml/2006/main" xmlns:r="http://schemas.openxmlformats.org/officeDocument/2006/relationships" xmlns:p="http://schemas.openxmlformats.org/presentationml/2006/main">
  <p:tag name="AS_UNIQUEID" val="2405"/>
</p:tagLst>
</file>

<file path=ppt/tags/tag93.xml><?xml version="1.0" encoding="utf-8"?>
<p:tagLst xmlns:a="http://schemas.openxmlformats.org/drawingml/2006/main" xmlns:r="http://schemas.openxmlformats.org/officeDocument/2006/relationships" xmlns:p="http://schemas.openxmlformats.org/presentationml/2006/main">
  <p:tag name="AS_UNIQUEID" val="2407"/>
</p:tagLst>
</file>

<file path=ppt/tags/tag94.xml><?xml version="1.0" encoding="utf-8"?>
<p:tagLst xmlns:a="http://schemas.openxmlformats.org/drawingml/2006/main" xmlns:r="http://schemas.openxmlformats.org/officeDocument/2006/relationships" xmlns:p="http://schemas.openxmlformats.org/presentationml/2006/main">
  <p:tag name="AS_UNIQUEID" val="2385"/>
</p:tagLst>
</file>

<file path=ppt/tags/tag95.xml><?xml version="1.0" encoding="utf-8"?>
<p:tagLst xmlns:a="http://schemas.openxmlformats.org/drawingml/2006/main" xmlns:r="http://schemas.openxmlformats.org/officeDocument/2006/relationships" xmlns:p="http://schemas.openxmlformats.org/presentationml/2006/main">
  <p:tag name="AS_UNIQUEID" val="857"/>
</p:tagLst>
</file>

<file path=ppt/tags/tag96.xml><?xml version="1.0" encoding="utf-8"?>
<p:tagLst xmlns:a="http://schemas.openxmlformats.org/drawingml/2006/main" xmlns:r="http://schemas.openxmlformats.org/officeDocument/2006/relationships" xmlns:p="http://schemas.openxmlformats.org/presentationml/2006/main">
  <p:tag name="AS_UNIQUEID" val="857"/>
</p:tagLst>
</file>

<file path=ppt/tags/tag97.xml><?xml version="1.0" encoding="utf-8"?>
<p:tagLst xmlns:a="http://schemas.openxmlformats.org/drawingml/2006/main" xmlns:r="http://schemas.openxmlformats.org/officeDocument/2006/relationships" xmlns:p="http://schemas.openxmlformats.org/presentationml/2006/main">
  <p:tag name="AS_UNIQUEID" val="857"/>
</p:tagLst>
</file>

<file path=ppt/tags/tag98.xml><?xml version="1.0" encoding="utf-8"?>
<p:tagLst xmlns:a="http://schemas.openxmlformats.org/drawingml/2006/main" xmlns:r="http://schemas.openxmlformats.org/officeDocument/2006/relationships" xmlns:p="http://schemas.openxmlformats.org/presentationml/2006/main">
  <p:tag name="AS_UNIQUEID" val="857"/>
</p:tagLst>
</file>

<file path=ppt/tags/tag99.xml><?xml version="1.0" encoding="utf-8"?>
<p:tagLst xmlns:a="http://schemas.openxmlformats.org/drawingml/2006/main" xmlns:r="http://schemas.openxmlformats.org/officeDocument/2006/relationships" xmlns:p="http://schemas.openxmlformats.org/presentationml/2006/main">
  <p:tag name="AS_UNIQUEID" val="857"/>
</p:tagLst>
</file>

<file path=ppt/tags/tag100.xml><?xml version="1.0" encoding="utf-8"?>
<p:tagLst xmlns:a="http://schemas.openxmlformats.org/drawingml/2006/main" xmlns:r="http://schemas.openxmlformats.org/officeDocument/2006/relationships" xmlns:p="http://schemas.openxmlformats.org/presentationml/2006/main">
  <p:tag name="AS_UNIQUEID" val="808"/>
</p:tagLst>
</file>

<file path=ppt/tags/tag101.xml><?xml version="1.0" encoding="utf-8"?>
<p:tagLst xmlns:a="http://schemas.openxmlformats.org/drawingml/2006/main" xmlns:r="http://schemas.openxmlformats.org/officeDocument/2006/relationships" xmlns:p="http://schemas.openxmlformats.org/presentationml/2006/main">
  <p:tag name="AS_UNIQUEID" val="810"/>
</p:tagLst>
</file>

<file path=ppt/tags/tag102.xml><?xml version="1.0" encoding="utf-8"?>
<p:tagLst xmlns:a="http://schemas.openxmlformats.org/drawingml/2006/main" xmlns:r="http://schemas.openxmlformats.org/officeDocument/2006/relationships" xmlns:p="http://schemas.openxmlformats.org/presentationml/2006/main">
  <p:tag name="AS_UNIQUEID" val="808"/>
</p:tagLst>
</file>

<file path=ppt/tags/tag103.xml><?xml version="1.0" encoding="utf-8"?>
<p:tagLst xmlns:a="http://schemas.openxmlformats.org/drawingml/2006/main" xmlns:r="http://schemas.openxmlformats.org/officeDocument/2006/relationships" xmlns:p="http://schemas.openxmlformats.org/presentationml/2006/main">
  <p:tag name="AS_UNIQUEID" val="810"/>
</p:tagLst>
</file>

<file path=ppt/tags/tag104.xml><?xml version="1.0" encoding="utf-8"?>
<p:tagLst xmlns:a="http://schemas.openxmlformats.org/drawingml/2006/main" xmlns:r="http://schemas.openxmlformats.org/officeDocument/2006/relationships" xmlns:p="http://schemas.openxmlformats.org/presentationml/2006/main">
  <p:tag name="AS_UNIQUEID" val="808"/>
</p:tagLst>
</file>

<file path=ppt/tags/tag105.xml><?xml version="1.0" encoding="utf-8"?>
<p:tagLst xmlns:a="http://schemas.openxmlformats.org/drawingml/2006/main" xmlns:r="http://schemas.openxmlformats.org/officeDocument/2006/relationships" xmlns:p="http://schemas.openxmlformats.org/presentationml/2006/main">
  <p:tag name="AS_UNIQUEID" val="810"/>
</p:tagLst>
</file>

<file path=ppt/tags/tag106.xml><?xml version="1.0" encoding="utf-8"?>
<p:tagLst xmlns:a="http://schemas.openxmlformats.org/drawingml/2006/main" xmlns:r="http://schemas.openxmlformats.org/officeDocument/2006/relationships" xmlns:p="http://schemas.openxmlformats.org/presentationml/2006/main">
  <p:tag name="AS_UNIQUEID" val="808"/>
</p:tagLst>
</file>

<file path=ppt/tags/tag107.xml><?xml version="1.0" encoding="utf-8"?>
<p:tagLst xmlns:a="http://schemas.openxmlformats.org/drawingml/2006/main" xmlns:r="http://schemas.openxmlformats.org/officeDocument/2006/relationships" xmlns:p="http://schemas.openxmlformats.org/presentationml/2006/main">
  <p:tag name="AS_UNIQUEID" val="810"/>
</p:tagLst>
</file>

<file path=ppt/tags/tag108.xml><?xml version="1.0" encoding="utf-8"?>
<p:tagLst xmlns:a="http://schemas.openxmlformats.org/drawingml/2006/main" xmlns:r="http://schemas.openxmlformats.org/officeDocument/2006/relationships" xmlns:p="http://schemas.openxmlformats.org/presentationml/2006/main">
  <p:tag name="AS_UNIQUEID" val="808"/>
</p:tagLst>
</file>

<file path=ppt/tags/tag109.xml><?xml version="1.0" encoding="utf-8"?>
<p:tagLst xmlns:a="http://schemas.openxmlformats.org/drawingml/2006/main" xmlns:r="http://schemas.openxmlformats.org/officeDocument/2006/relationships" xmlns:p="http://schemas.openxmlformats.org/presentationml/2006/main">
  <p:tag name="AS_UNIQUEID" val="810"/>
</p:tagLst>
</file>

<file path=ppt/tags/tag110.xml><?xml version="1.0" encoding="utf-8"?>
<p:tagLst xmlns:a="http://schemas.openxmlformats.org/drawingml/2006/main" xmlns:r="http://schemas.openxmlformats.org/officeDocument/2006/relationships" xmlns:p="http://schemas.openxmlformats.org/presentationml/2006/main">
  <p:tag name="AS_UNIQUEID" val="2409"/>
</p:tagLst>
</file>

<file path=ppt/tags/tag111.xml><?xml version="1.0" encoding="utf-8"?>
<p:tagLst xmlns:a="http://schemas.openxmlformats.org/drawingml/2006/main" xmlns:r="http://schemas.openxmlformats.org/officeDocument/2006/relationships" xmlns:p="http://schemas.openxmlformats.org/presentationml/2006/main">
  <p:tag name="AS_UNIQUEID" val="2399"/>
</p:tagLst>
</file>

<file path=ppt/tags/tag112.xml><?xml version="1.0" encoding="utf-8"?>
<p:tagLst xmlns:a="http://schemas.openxmlformats.org/drawingml/2006/main" xmlns:r="http://schemas.openxmlformats.org/officeDocument/2006/relationships" xmlns:p="http://schemas.openxmlformats.org/presentationml/2006/main">
  <p:tag name="AS_UNIQUEID" val="2401"/>
</p:tagLst>
</file>

<file path=ppt/tags/tag113.xml><?xml version="1.0" encoding="utf-8"?>
<p:tagLst xmlns:a="http://schemas.openxmlformats.org/drawingml/2006/main" xmlns:r="http://schemas.openxmlformats.org/officeDocument/2006/relationships" xmlns:p="http://schemas.openxmlformats.org/presentationml/2006/main">
  <p:tag name="AS_UNIQUEID" val="2403"/>
</p:tagLst>
</file>

<file path=ppt/tags/tag114.xml><?xml version="1.0" encoding="utf-8"?>
<p:tagLst xmlns:a="http://schemas.openxmlformats.org/drawingml/2006/main" xmlns:r="http://schemas.openxmlformats.org/officeDocument/2006/relationships" xmlns:p="http://schemas.openxmlformats.org/presentationml/2006/main">
  <p:tag name="AS_UNIQUEID" val="2405"/>
</p:tagLst>
</file>

<file path=ppt/tags/tag115.xml><?xml version="1.0" encoding="utf-8"?>
<p:tagLst xmlns:a="http://schemas.openxmlformats.org/drawingml/2006/main" xmlns:r="http://schemas.openxmlformats.org/officeDocument/2006/relationships" xmlns:p="http://schemas.openxmlformats.org/presentationml/2006/main">
  <p:tag name="AS_UNIQUEID" val="2407"/>
</p:tagLst>
</file>

<file path=ppt/tags/tag116.xml><?xml version="1.0" encoding="utf-8"?>
<p:tagLst xmlns:a="http://schemas.openxmlformats.org/drawingml/2006/main" xmlns:r="http://schemas.openxmlformats.org/officeDocument/2006/relationships" xmlns:p="http://schemas.openxmlformats.org/presentationml/2006/main">
  <p:tag name="AS_UNIQUEID" val="2385"/>
</p:tagLst>
</file>

<file path=ppt/tags/tag117.xml><?xml version="1.0" encoding="utf-8"?>
<p:tagLst xmlns:a="http://schemas.openxmlformats.org/drawingml/2006/main" xmlns:r="http://schemas.openxmlformats.org/officeDocument/2006/relationships" xmlns:p="http://schemas.openxmlformats.org/presentationml/2006/main">
  <p:tag name="AS_UNIQUEID" val="857"/>
</p:tagLst>
</file>

<file path=ppt/tags/tag118.xml><?xml version="1.0" encoding="utf-8"?>
<p:tagLst xmlns:a="http://schemas.openxmlformats.org/drawingml/2006/main" xmlns:r="http://schemas.openxmlformats.org/officeDocument/2006/relationships" xmlns:p="http://schemas.openxmlformats.org/presentationml/2006/main">
  <p:tag name="AS_UNIQUEID" val="857"/>
</p:tagLst>
</file>

<file path=ppt/tags/tag119.xml><?xml version="1.0" encoding="utf-8"?>
<p:tagLst xmlns:a="http://schemas.openxmlformats.org/drawingml/2006/main" xmlns:r="http://schemas.openxmlformats.org/officeDocument/2006/relationships" xmlns:p="http://schemas.openxmlformats.org/presentationml/2006/main">
  <p:tag name="AS_UNIQUEID" val="857"/>
</p:tagLst>
</file>

<file path=ppt/tags/tag120.xml><?xml version="1.0" encoding="utf-8"?>
<p:tagLst xmlns:a="http://schemas.openxmlformats.org/drawingml/2006/main" xmlns:r="http://schemas.openxmlformats.org/officeDocument/2006/relationships" xmlns:p="http://schemas.openxmlformats.org/presentationml/2006/main">
  <p:tag name="AS_UNIQUEID" val="857"/>
</p:tagLst>
</file>

<file path=ppt/tags/tag121.xml><?xml version="1.0" encoding="utf-8"?>
<p:tagLst xmlns:a="http://schemas.openxmlformats.org/drawingml/2006/main" xmlns:r="http://schemas.openxmlformats.org/officeDocument/2006/relationships" xmlns:p="http://schemas.openxmlformats.org/presentationml/2006/main">
  <p:tag name="AS_UNIQUEID" val="857"/>
</p:tagLst>
</file>

<file path=ppt/tags/tag122.xml><?xml version="1.0" encoding="utf-8"?>
<p:tagLst xmlns:a="http://schemas.openxmlformats.org/drawingml/2006/main" xmlns:r="http://schemas.openxmlformats.org/officeDocument/2006/relationships" xmlns:p="http://schemas.openxmlformats.org/presentationml/2006/main">
  <p:tag name="AS_UNIQUEID" val="808"/>
</p:tagLst>
</file>

<file path=ppt/tags/tag123.xml><?xml version="1.0" encoding="utf-8"?>
<p:tagLst xmlns:a="http://schemas.openxmlformats.org/drawingml/2006/main" xmlns:r="http://schemas.openxmlformats.org/officeDocument/2006/relationships" xmlns:p="http://schemas.openxmlformats.org/presentationml/2006/main">
  <p:tag name="AS_UNIQUEID" val="810"/>
</p:tagLst>
</file>

<file path=ppt/tags/tag124.xml><?xml version="1.0" encoding="utf-8"?>
<p:tagLst xmlns:a="http://schemas.openxmlformats.org/drawingml/2006/main" xmlns:r="http://schemas.openxmlformats.org/officeDocument/2006/relationships" xmlns:p="http://schemas.openxmlformats.org/presentationml/2006/main">
  <p:tag name="AS_UNIQUEID" val="808"/>
</p:tagLst>
</file>

<file path=ppt/tags/tag125.xml><?xml version="1.0" encoding="utf-8"?>
<p:tagLst xmlns:a="http://schemas.openxmlformats.org/drawingml/2006/main" xmlns:r="http://schemas.openxmlformats.org/officeDocument/2006/relationships" xmlns:p="http://schemas.openxmlformats.org/presentationml/2006/main">
  <p:tag name="AS_UNIQUEID" val="810"/>
</p:tagLst>
</file>

<file path=ppt/tags/tag126.xml><?xml version="1.0" encoding="utf-8"?>
<p:tagLst xmlns:a="http://schemas.openxmlformats.org/drawingml/2006/main" xmlns:r="http://schemas.openxmlformats.org/officeDocument/2006/relationships" xmlns:p="http://schemas.openxmlformats.org/presentationml/2006/main">
  <p:tag name="AS_UNIQUEID" val="808"/>
</p:tagLst>
</file>

<file path=ppt/tags/tag127.xml><?xml version="1.0" encoding="utf-8"?>
<p:tagLst xmlns:a="http://schemas.openxmlformats.org/drawingml/2006/main" xmlns:r="http://schemas.openxmlformats.org/officeDocument/2006/relationships" xmlns:p="http://schemas.openxmlformats.org/presentationml/2006/main">
  <p:tag name="AS_UNIQUEID" val="810"/>
</p:tagLst>
</file>

<file path=ppt/tags/tag128.xml><?xml version="1.0" encoding="utf-8"?>
<p:tagLst xmlns:a="http://schemas.openxmlformats.org/drawingml/2006/main" xmlns:r="http://schemas.openxmlformats.org/officeDocument/2006/relationships" xmlns:p="http://schemas.openxmlformats.org/presentationml/2006/main">
  <p:tag name="AS_UNIQUEID" val="808"/>
</p:tagLst>
</file>

<file path=ppt/tags/tag129.xml><?xml version="1.0" encoding="utf-8"?>
<p:tagLst xmlns:a="http://schemas.openxmlformats.org/drawingml/2006/main" xmlns:r="http://schemas.openxmlformats.org/officeDocument/2006/relationships" xmlns:p="http://schemas.openxmlformats.org/presentationml/2006/main">
  <p:tag name="AS_UNIQUEID" val="810"/>
</p:tagLst>
</file>

<file path=ppt/tags/tag130.xml><?xml version="1.0" encoding="utf-8"?>
<p:tagLst xmlns:a="http://schemas.openxmlformats.org/drawingml/2006/main" xmlns:r="http://schemas.openxmlformats.org/officeDocument/2006/relationships" xmlns:p="http://schemas.openxmlformats.org/presentationml/2006/main">
  <p:tag name="AS_UNIQUEID" val="808"/>
</p:tagLst>
</file>

<file path=ppt/tags/tag131.xml><?xml version="1.0" encoding="utf-8"?>
<p:tagLst xmlns:a="http://schemas.openxmlformats.org/drawingml/2006/main" xmlns:r="http://schemas.openxmlformats.org/officeDocument/2006/relationships" xmlns:p="http://schemas.openxmlformats.org/presentationml/2006/main">
  <p:tag name="AS_UNIQUEID" val="810"/>
</p:tagLst>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306</TotalTime>
  <Words>1809</Words>
  <Application>Microsoft Office PowerPoint</Application>
  <PresentationFormat>Widescreen</PresentationFormat>
  <Paragraphs>167</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Segoe UI Variable Display</vt:lpstr>
      <vt:lpstr>Segoe UI Variable Small Semibol</vt:lpstr>
      <vt:lpstr>Times New Roman</vt:lpstr>
      <vt:lpstr>ui-sans-serif</vt:lpstr>
      <vt:lpstr>Office Theme</vt:lpstr>
      <vt:lpstr>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XGBM Classifier </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mohd rafay</dc:creator>
  <cp:lastModifiedBy>Ram Gupta</cp:lastModifiedBy>
  <cp:revision>7</cp:revision>
  <dcterms:created xsi:type="dcterms:W3CDTF">2024-11-12T15:04:33Z</dcterms:created>
  <dcterms:modified xsi:type="dcterms:W3CDTF">2026-03-11T13:22:24Z</dcterms:modified>
</cp:coreProperties>
</file>